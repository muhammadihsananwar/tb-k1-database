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8"/>
  </p:notesMasterIdLst>
  <p:sldIdLst>
    <p:sldId id="256" r:id="rId2"/>
    <p:sldId id="258" r:id="rId3"/>
    <p:sldId id="257" r:id="rId4"/>
    <p:sldId id="259" r:id="rId5"/>
    <p:sldId id="300" r:id="rId6"/>
    <p:sldId id="260" r:id="rId7"/>
    <p:sldId id="294" r:id="rId8"/>
    <p:sldId id="302" r:id="rId9"/>
    <p:sldId id="261" r:id="rId10"/>
    <p:sldId id="296" r:id="rId11"/>
    <p:sldId id="297" r:id="rId12"/>
    <p:sldId id="298" r:id="rId13"/>
    <p:sldId id="299" r:id="rId14"/>
    <p:sldId id="301" r:id="rId15"/>
    <p:sldId id="292" r:id="rId16"/>
    <p:sldId id="295" r:id="rId17"/>
  </p:sldIdLst>
  <p:sldSz cx="9144000" cy="5143500" type="screen16x9"/>
  <p:notesSz cx="6858000" cy="9144000"/>
  <p:embeddedFontLst>
    <p:embeddedFont>
      <p:font typeface="Cambria" panose="02040503050406030204" pitchFamily="18" charset="0"/>
      <p:regular r:id="rId19"/>
      <p:bold r:id="rId20"/>
      <p:italic r:id="rId21"/>
      <p:boldItalic r:id="rId22"/>
    </p:embeddedFont>
    <p:embeddedFont>
      <p:font typeface="Livvic" pitchFamily="2" charset="0"/>
      <p:regular r:id="rId23"/>
      <p:bold r:id="rId24"/>
      <p:italic r:id="rId25"/>
      <p:boldItalic r:id="rId26"/>
    </p:embeddedFont>
    <p:embeddedFont>
      <p:font typeface="Oswald" panose="00000500000000000000" pitchFamily="2" charset="0"/>
      <p:regular r:id="rId27"/>
      <p:bold r:id="rId28"/>
    </p:embeddedFont>
    <p:embeddedFont>
      <p:font typeface="Raleway" pitchFamily="2" charset="0"/>
      <p:regular r:id="rId29"/>
      <p:bold r:id="rId30"/>
      <p:italic r:id="rId31"/>
      <p:boldItalic r:id="rId32"/>
    </p:embeddedFont>
    <p:embeddedFont>
      <p:font typeface="Roboto" panose="02000000000000000000" pitchFamily="2" charset="0"/>
      <p:regular r:id="rId33"/>
      <p:bold r:id="rId34"/>
      <p:italic r:id="rId35"/>
      <p:boldItalic r:id="rId36"/>
    </p:embeddedFont>
    <p:embeddedFont>
      <p:font typeface="Roboto Condensed Light" panose="02000000000000000000" pitchFamily="2"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20CEA34-E910-4297-898B-41DA3199D33B}">
  <a:tblStyle styleId="{D20CEA34-E910-4297-898B-41DA3199D33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03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presProps" Target="presProps.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ad6c7e10c1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ad6c7e10c1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8b8ed53e21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8b8ed53e21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a:extLst>
            <a:ext uri="{FF2B5EF4-FFF2-40B4-BE49-F238E27FC236}">
              <a16:creationId xmlns:a16="http://schemas.microsoft.com/office/drawing/2014/main" id="{437F581D-5208-6EE5-8648-B967321CA939}"/>
            </a:ext>
          </a:extLst>
        </p:cNvPr>
        <p:cNvGrpSpPr/>
        <p:nvPr/>
      </p:nvGrpSpPr>
      <p:grpSpPr>
        <a:xfrm>
          <a:off x="0" y="0"/>
          <a:ext cx="0" cy="0"/>
          <a:chOff x="0" y="0"/>
          <a:chExt cx="0" cy="0"/>
        </a:xfrm>
      </p:grpSpPr>
      <p:sp>
        <p:nvSpPr>
          <p:cNvPr id="693" name="Google Shape;693;g8b8ed53e21_0_106:notes">
            <a:extLst>
              <a:ext uri="{FF2B5EF4-FFF2-40B4-BE49-F238E27FC236}">
                <a16:creationId xmlns:a16="http://schemas.microsoft.com/office/drawing/2014/main" id="{312EADBF-C62A-4AAF-26BA-2CD99B1AB5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8b8ed53e21_0_106:notes">
            <a:extLst>
              <a:ext uri="{FF2B5EF4-FFF2-40B4-BE49-F238E27FC236}">
                <a16:creationId xmlns:a16="http://schemas.microsoft.com/office/drawing/2014/main" id="{89C851E0-5626-5457-415C-00A02789A2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8002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8c1997cbfd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8c1997cbfd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a:extLst>
            <a:ext uri="{FF2B5EF4-FFF2-40B4-BE49-F238E27FC236}">
              <a16:creationId xmlns:a16="http://schemas.microsoft.com/office/drawing/2014/main" id="{B6A40415-EB2D-95C3-CA8B-872FA07E2B76}"/>
            </a:ext>
          </a:extLst>
        </p:cNvPr>
        <p:cNvGrpSpPr/>
        <p:nvPr/>
      </p:nvGrpSpPr>
      <p:grpSpPr>
        <a:xfrm>
          <a:off x="0" y="0"/>
          <a:ext cx="0" cy="0"/>
          <a:chOff x="0" y="0"/>
          <a:chExt cx="0" cy="0"/>
        </a:xfrm>
      </p:grpSpPr>
      <p:sp>
        <p:nvSpPr>
          <p:cNvPr id="699" name="Google Shape;699;g8c1997cbfd_0_46:notes">
            <a:extLst>
              <a:ext uri="{FF2B5EF4-FFF2-40B4-BE49-F238E27FC236}">
                <a16:creationId xmlns:a16="http://schemas.microsoft.com/office/drawing/2014/main" id="{430A8857-7E7B-4FB0-5724-FCBF25F9E4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8c1997cbfd_0_46:notes">
            <a:extLst>
              <a:ext uri="{FF2B5EF4-FFF2-40B4-BE49-F238E27FC236}">
                <a16:creationId xmlns:a16="http://schemas.microsoft.com/office/drawing/2014/main" id="{48FC9B9A-E78D-F8F1-2B73-7D2B73940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6805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a:extLst>
            <a:ext uri="{FF2B5EF4-FFF2-40B4-BE49-F238E27FC236}">
              <a16:creationId xmlns:a16="http://schemas.microsoft.com/office/drawing/2014/main" id="{8634BFF2-DF95-F8E8-A5C5-B61A3191F110}"/>
            </a:ext>
          </a:extLst>
        </p:cNvPr>
        <p:cNvGrpSpPr/>
        <p:nvPr/>
      </p:nvGrpSpPr>
      <p:grpSpPr>
        <a:xfrm>
          <a:off x="0" y="0"/>
          <a:ext cx="0" cy="0"/>
          <a:chOff x="0" y="0"/>
          <a:chExt cx="0" cy="0"/>
        </a:xfrm>
      </p:grpSpPr>
      <p:sp>
        <p:nvSpPr>
          <p:cNvPr id="699" name="Google Shape;699;g8c1997cbfd_0_46:notes">
            <a:extLst>
              <a:ext uri="{FF2B5EF4-FFF2-40B4-BE49-F238E27FC236}">
                <a16:creationId xmlns:a16="http://schemas.microsoft.com/office/drawing/2014/main" id="{C0D7C6D6-1365-BC47-D173-CD21D7ECB3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8c1997cbfd_0_46:notes">
            <a:extLst>
              <a:ext uri="{FF2B5EF4-FFF2-40B4-BE49-F238E27FC236}">
                <a16:creationId xmlns:a16="http://schemas.microsoft.com/office/drawing/2014/main" id="{6A840316-E039-8073-10AE-27694CC9F1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2590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8b8ed53e21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8b8ed53e21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a:extLst>
            <a:ext uri="{FF2B5EF4-FFF2-40B4-BE49-F238E27FC236}">
              <a16:creationId xmlns:a16="http://schemas.microsoft.com/office/drawing/2014/main" id="{3EDEC698-B986-1A02-6924-E239C3C881FC}"/>
            </a:ext>
          </a:extLst>
        </p:cNvPr>
        <p:cNvGrpSpPr/>
        <p:nvPr/>
      </p:nvGrpSpPr>
      <p:grpSpPr>
        <a:xfrm>
          <a:off x="0" y="0"/>
          <a:ext cx="0" cy="0"/>
          <a:chOff x="0" y="0"/>
          <a:chExt cx="0" cy="0"/>
        </a:xfrm>
      </p:grpSpPr>
      <p:sp>
        <p:nvSpPr>
          <p:cNvPr id="733" name="Google Shape;733;g8b8ed53e21_0_369:notes">
            <a:extLst>
              <a:ext uri="{FF2B5EF4-FFF2-40B4-BE49-F238E27FC236}">
                <a16:creationId xmlns:a16="http://schemas.microsoft.com/office/drawing/2014/main" id="{0AA30C9F-DC6B-8C46-D7C7-3107B1E6EE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8b8ed53e21_0_369:notes">
            <a:extLst>
              <a:ext uri="{FF2B5EF4-FFF2-40B4-BE49-F238E27FC236}">
                <a16:creationId xmlns:a16="http://schemas.microsoft.com/office/drawing/2014/main" id="{E6EA18D4-E27D-8B74-3CDC-ADD0EA19DF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0298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a:extLst>
            <a:ext uri="{FF2B5EF4-FFF2-40B4-BE49-F238E27FC236}">
              <a16:creationId xmlns:a16="http://schemas.microsoft.com/office/drawing/2014/main" id="{DD697995-1A84-AF9F-3AE2-7C925E415992}"/>
            </a:ext>
          </a:extLst>
        </p:cNvPr>
        <p:cNvGrpSpPr/>
        <p:nvPr/>
      </p:nvGrpSpPr>
      <p:grpSpPr>
        <a:xfrm>
          <a:off x="0" y="0"/>
          <a:ext cx="0" cy="0"/>
          <a:chOff x="0" y="0"/>
          <a:chExt cx="0" cy="0"/>
        </a:xfrm>
      </p:grpSpPr>
      <p:sp>
        <p:nvSpPr>
          <p:cNvPr id="733" name="Google Shape;733;g8b8ed53e21_0_369:notes">
            <a:extLst>
              <a:ext uri="{FF2B5EF4-FFF2-40B4-BE49-F238E27FC236}">
                <a16:creationId xmlns:a16="http://schemas.microsoft.com/office/drawing/2014/main" id="{A0CAB524-B982-C3E0-787F-42343892D8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8b8ed53e21_0_369:notes">
            <a:extLst>
              <a:ext uri="{FF2B5EF4-FFF2-40B4-BE49-F238E27FC236}">
                <a16:creationId xmlns:a16="http://schemas.microsoft.com/office/drawing/2014/main" id="{E551087B-07E7-33CC-4455-45F8BAFE65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9034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a:extLst>
            <a:ext uri="{FF2B5EF4-FFF2-40B4-BE49-F238E27FC236}">
              <a16:creationId xmlns:a16="http://schemas.microsoft.com/office/drawing/2014/main" id="{D2E3ECFE-60C3-2D09-B220-9322B2357ECE}"/>
            </a:ext>
          </a:extLst>
        </p:cNvPr>
        <p:cNvGrpSpPr/>
        <p:nvPr/>
      </p:nvGrpSpPr>
      <p:grpSpPr>
        <a:xfrm>
          <a:off x="0" y="0"/>
          <a:ext cx="0" cy="0"/>
          <a:chOff x="0" y="0"/>
          <a:chExt cx="0" cy="0"/>
        </a:xfrm>
      </p:grpSpPr>
      <p:sp>
        <p:nvSpPr>
          <p:cNvPr id="733" name="Google Shape;733;g8b8ed53e21_0_369:notes">
            <a:extLst>
              <a:ext uri="{FF2B5EF4-FFF2-40B4-BE49-F238E27FC236}">
                <a16:creationId xmlns:a16="http://schemas.microsoft.com/office/drawing/2014/main" id="{24EDF94A-168E-869B-FF02-B65BFCB986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8b8ed53e21_0_369:notes">
            <a:extLst>
              <a:ext uri="{FF2B5EF4-FFF2-40B4-BE49-F238E27FC236}">
                <a16:creationId xmlns:a16="http://schemas.microsoft.com/office/drawing/2014/main" id="{D296E1AB-1BDD-C770-152E-8FCCD78575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0804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a:extLst>
            <a:ext uri="{FF2B5EF4-FFF2-40B4-BE49-F238E27FC236}">
              <a16:creationId xmlns:a16="http://schemas.microsoft.com/office/drawing/2014/main" id="{911AFDA5-6E82-4780-3E5D-5AB4E2C6DA1F}"/>
            </a:ext>
          </a:extLst>
        </p:cNvPr>
        <p:cNvGrpSpPr/>
        <p:nvPr/>
      </p:nvGrpSpPr>
      <p:grpSpPr>
        <a:xfrm>
          <a:off x="0" y="0"/>
          <a:ext cx="0" cy="0"/>
          <a:chOff x="0" y="0"/>
          <a:chExt cx="0" cy="0"/>
        </a:xfrm>
      </p:grpSpPr>
      <p:sp>
        <p:nvSpPr>
          <p:cNvPr id="733" name="Google Shape;733;g8b8ed53e21_0_369:notes">
            <a:extLst>
              <a:ext uri="{FF2B5EF4-FFF2-40B4-BE49-F238E27FC236}">
                <a16:creationId xmlns:a16="http://schemas.microsoft.com/office/drawing/2014/main" id="{6C858861-FD51-9368-935A-8925F14348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8b8ed53e21_0_369:notes">
            <a:extLst>
              <a:ext uri="{FF2B5EF4-FFF2-40B4-BE49-F238E27FC236}">
                <a16:creationId xmlns:a16="http://schemas.microsoft.com/office/drawing/2014/main" id="{5B9CC60B-A8F4-F790-3DF4-EA43FEB19B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8203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a:extLst>
            <a:ext uri="{FF2B5EF4-FFF2-40B4-BE49-F238E27FC236}">
              <a16:creationId xmlns:a16="http://schemas.microsoft.com/office/drawing/2014/main" id="{FD522ABB-8DC2-1662-8283-A6FDA1C6CB1E}"/>
            </a:ext>
          </a:extLst>
        </p:cNvPr>
        <p:cNvGrpSpPr/>
        <p:nvPr/>
      </p:nvGrpSpPr>
      <p:grpSpPr>
        <a:xfrm>
          <a:off x="0" y="0"/>
          <a:ext cx="0" cy="0"/>
          <a:chOff x="0" y="0"/>
          <a:chExt cx="0" cy="0"/>
        </a:xfrm>
      </p:grpSpPr>
      <p:sp>
        <p:nvSpPr>
          <p:cNvPr id="733" name="Google Shape;733;g8b8ed53e21_0_369:notes">
            <a:extLst>
              <a:ext uri="{FF2B5EF4-FFF2-40B4-BE49-F238E27FC236}">
                <a16:creationId xmlns:a16="http://schemas.microsoft.com/office/drawing/2014/main" id="{1567BC7F-FF12-52C9-AADA-7C24FB7EBE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8b8ed53e21_0_369:notes">
            <a:extLst>
              <a:ext uri="{FF2B5EF4-FFF2-40B4-BE49-F238E27FC236}">
                <a16:creationId xmlns:a16="http://schemas.microsoft.com/office/drawing/2014/main" id="{5074F1CB-3926-0D82-AD17-E5E3BAD1ED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5650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6"/>
        <p:cNvGrpSpPr/>
        <p:nvPr/>
      </p:nvGrpSpPr>
      <p:grpSpPr>
        <a:xfrm>
          <a:off x="0" y="0"/>
          <a:ext cx="0" cy="0"/>
          <a:chOff x="0" y="0"/>
          <a:chExt cx="0" cy="0"/>
        </a:xfrm>
      </p:grpSpPr>
      <p:sp>
        <p:nvSpPr>
          <p:cNvPr id="1597" name="Google Shape;1597;g8c1997cbf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8" name="Google Shape;1598;g8c1997cbf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6">
          <a:extLst>
            <a:ext uri="{FF2B5EF4-FFF2-40B4-BE49-F238E27FC236}">
              <a16:creationId xmlns:a16="http://schemas.microsoft.com/office/drawing/2014/main" id="{8D184B22-0922-248F-6056-6AF9BC20C976}"/>
            </a:ext>
          </a:extLst>
        </p:cNvPr>
        <p:cNvGrpSpPr/>
        <p:nvPr/>
      </p:nvGrpSpPr>
      <p:grpSpPr>
        <a:xfrm>
          <a:off x="0" y="0"/>
          <a:ext cx="0" cy="0"/>
          <a:chOff x="0" y="0"/>
          <a:chExt cx="0" cy="0"/>
        </a:xfrm>
      </p:grpSpPr>
      <p:sp>
        <p:nvSpPr>
          <p:cNvPr id="1597" name="Google Shape;1597;g8c1997cbfd_0_5:notes">
            <a:extLst>
              <a:ext uri="{FF2B5EF4-FFF2-40B4-BE49-F238E27FC236}">
                <a16:creationId xmlns:a16="http://schemas.microsoft.com/office/drawing/2014/main" id="{F3D9E7B7-6A34-8910-363C-A6E51A386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8" name="Google Shape;1598;g8c1997cbfd_0_5:notes">
            <a:extLst>
              <a:ext uri="{FF2B5EF4-FFF2-40B4-BE49-F238E27FC236}">
                <a16:creationId xmlns:a16="http://schemas.microsoft.com/office/drawing/2014/main" id="{9FE9FE48-AAC4-CEFF-2B1B-C27EBE5048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0212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13367C"/>
            </a:gs>
            <a:gs pos="100000">
              <a:schemeClr val="dk2"/>
            </a:gs>
          </a:gsLst>
          <a:lin ang="5400012"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016381"/>
            <a:ext cx="4079700" cy="2406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387619"/>
            <a:ext cx="2350500" cy="73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Font typeface="Roboto"/>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 name="Google Shape;16;p4"/>
          <p:cNvSpPr txBox="1">
            <a:spLocks noGrp="1"/>
          </p:cNvSpPr>
          <p:nvPr>
            <p:ph type="body" idx="1"/>
          </p:nvPr>
        </p:nvSpPr>
        <p:spPr>
          <a:xfrm>
            <a:off x="720000" y="1104850"/>
            <a:ext cx="7890600" cy="3143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Font typeface="Livvic"/>
              <a:buChar char="●"/>
              <a:defRPr sz="1200"/>
            </a:lvl1pPr>
            <a:lvl2pPr marL="914400" lvl="1" indent="-304800">
              <a:spcBef>
                <a:spcPts val="1600"/>
              </a:spcBef>
              <a:spcAft>
                <a:spcPts val="0"/>
              </a:spcAft>
              <a:buSzPts val="1200"/>
              <a:buFont typeface="Roboto Condensed Light"/>
              <a:buChar char="○"/>
              <a:defRPr sz="1200"/>
            </a:lvl2pPr>
            <a:lvl3pPr marL="1371600" lvl="2" indent="-304800">
              <a:spcBef>
                <a:spcPts val="1600"/>
              </a:spcBef>
              <a:spcAft>
                <a:spcPts val="0"/>
              </a:spcAft>
              <a:buSzPts val="1200"/>
              <a:buFont typeface="Roboto Condensed Light"/>
              <a:buChar char="■"/>
              <a:defRPr sz="1200"/>
            </a:lvl3pPr>
            <a:lvl4pPr marL="1828800" lvl="3" indent="-304800">
              <a:spcBef>
                <a:spcPts val="1600"/>
              </a:spcBef>
              <a:spcAft>
                <a:spcPts val="0"/>
              </a:spcAft>
              <a:buSzPts val="1200"/>
              <a:buFont typeface="Roboto Condensed Light"/>
              <a:buChar char="●"/>
              <a:defRPr sz="1200"/>
            </a:lvl4pPr>
            <a:lvl5pPr marL="2286000" lvl="4" indent="-304800">
              <a:spcBef>
                <a:spcPts val="1600"/>
              </a:spcBef>
              <a:spcAft>
                <a:spcPts val="0"/>
              </a:spcAft>
              <a:buSzPts val="1200"/>
              <a:buFont typeface="Roboto Condensed Light"/>
              <a:buChar char="○"/>
              <a:defRPr sz="1200"/>
            </a:lvl5pPr>
            <a:lvl6pPr marL="2743200" lvl="5" indent="-304800">
              <a:spcBef>
                <a:spcPts val="1600"/>
              </a:spcBef>
              <a:spcAft>
                <a:spcPts val="0"/>
              </a:spcAft>
              <a:buSzPts val="1200"/>
              <a:buFont typeface="Roboto Condensed Light"/>
              <a:buChar char="■"/>
              <a:defRPr sz="1200"/>
            </a:lvl6pPr>
            <a:lvl7pPr marL="3200400" lvl="6" indent="-304800">
              <a:spcBef>
                <a:spcPts val="1600"/>
              </a:spcBef>
              <a:spcAft>
                <a:spcPts val="0"/>
              </a:spcAft>
              <a:buSzPts val="1200"/>
              <a:buFont typeface="Roboto Condensed Light"/>
              <a:buChar char="●"/>
              <a:defRPr sz="1200"/>
            </a:lvl7pPr>
            <a:lvl8pPr marL="3657600" lvl="7" indent="-304800">
              <a:spcBef>
                <a:spcPts val="1600"/>
              </a:spcBef>
              <a:spcAft>
                <a:spcPts val="0"/>
              </a:spcAft>
              <a:buSzPts val="1200"/>
              <a:buFont typeface="Roboto Condensed Light"/>
              <a:buChar char="○"/>
              <a:defRPr sz="1200"/>
            </a:lvl8pPr>
            <a:lvl9pPr marL="4114800" lvl="8" indent="-304800">
              <a:spcBef>
                <a:spcPts val="1600"/>
              </a:spcBef>
              <a:spcAft>
                <a:spcPts val="1600"/>
              </a:spcAft>
              <a:buSzPts val="1200"/>
              <a:buFont typeface="Roboto Condensed Light"/>
              <a:buChar char="■"/>
              <a:defRPr sz="1200"/>
            </a:lvl9pPr>
          </a:lstStyle>
          <a:p>
            <a:endParaRPr/>
          </a:p>
        </p:txBody>
      </p:sp>
      <p:grpSp>
        <p:nvGrpSpPr>
          <p:cNvPr id="17" name="Google Shape;17;p4"/>
          <p:cNvGrpSpPr/>
          <p:nvPr/>
        </p:nvGrpSpPr>
        <p:grpSpPr>
          <a:xfrm>
            <a:off x="0" y="4569046"/>
            <a:ext cx="1022509" cy="572747"/>
            <a:chOff x="-77" y="3784091"/>
            <a:chExt cx="2423582" cy="1357541"/>
          </a:xfrm>
        </p:grpSpPr>
        <p:sp>
          <p:nvSpPr>
            <p:cNvPr id="18" name="Google Shape;18;p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4"/>
          <p:cNvGrpSpPr/>
          <p:nvPr/>
        </p:nvGrpSpPr>
        <p:grpSpPr>
          <a:xfrm rot="10800000">
            <a:off x="8121500" y="-4"/>
            <a:ext cx="1022509" cy="572747"/>
            <a:chOff x="-77" y="3784091"/>
            <a:chExt cx="2423582" cy="1357541"/>
          </a:xfrm>
        </p:grpSpPr>
        <p:sp>
          <p:nvSpPr>
            <p:cNvPr id="24" name="Google Shape;24;p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4939700" y="1288261"/>
            <a:ext cx="1905300" cy="9705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3" name="Google Shape;63;p7"/>
          <p:cNvSpPr txBox="1">
            <a:spLocks noGrp="1"/>
          </p:cNvSpPr>
          <p:nvPr>
            <p:ph type="body" idx="1"/>
          </p:nvPr>
        </p:nvSpPr>
        <p:spPr>
          <a:xfrm>
            <a:off x="4939700" y="2182538"/>
            <a:ext cx="1905300" cy="1803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0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CUSTOM_9">
    <p:spTree>
      <p:nvGrpSpPr>
        <p:cNvPr id="1" name="Shape 107"/>
        <p:cNvGrpSpPr/>
        <p:nvPr/>
      </p:nvGrpSpPr>
      <p:grpSpPr>
        <a:xfrm>
          <a:off x="0" y="0"/>
          <a:ext cx="0" cy="0"/>
          <a:chOff x="0" y="0"/>
          <a:chExt cx="0" cy="0"/>
        </a:xfrm>
      </p:grpSpPr>
      <p:sp>
        <p:nvSpPr>
          <p:cNvPr id="108" name="Google Shape;108;p13"/>
          <p:cNvSpPr txBox="1">
            <a:spLocks noGrp="1"/>
          </p:cNvSpPr>
          <p:nvPr>
            <p:ph type="title"/>
          </p:nvPr>
        </p:nvSpPr>
        <p:spPr>
          <a:xfrm>
            <a:off x="1902600" y="1543600"/>
            <a:ext cx="5338800" cy="135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900"/>
              <a:buNone/>
              <a:defRPr sz="2400">
                <a:latin typeface="Roboto"/>
                <a:ea typeface="Roboto"/>
                <a:cs typeface="Roboto"/>
                <a:sym typeface="Roboto"/>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9" name="Google Shape;109;p13"/>
          <p:cNvSpPr txBox="1">
            <a:spLocks noGrp="1"/>
          </p:cNvSpPr>
          <p:nvPr>
            <p:ph type="title" idx="2"/>
          </p:nvPr>
        </p:nvSpPr>
        <p:spPr>
          <a:xfrm>
            <a:off x="1902600" y="2989400"/>
            <a:ext cx="5338800" cy="61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Raleway"/>
              <a:buNone/>
              <a:defRPr sz="1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grpSp>
        <p:nvGrpSpPr>
          <p:cNvPr id="110" name="Google Shape;110;p13"/>
          <p:cNvGrpSpPr/>
          <p:nvPr/>
        </p:nvGrpSpPr>
        <p:grpSpPr>
          <a:xfrm>
            <a:off x="-77" y="3784091"/>
            <a:ext cx="2423582" cy="1357541"/>
            <a:chOff x="-77" y="3784091"/>
            <a:chExt cx="2423582" cy="1357541"/>
          </a:xfrm>
        </p:grpSpPr>
        <p:sp>
          <p:nvSpPr>
            <p:cNvPr id="111" name="Google Shape;111;p1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13"/>
          <p:cNvGrpSpPr/>
          <p:nvPr/>
        </p:nvGrpSpPr>
        <p:grpSpPr>
          <a:xfrm rot="10800000">
            <a:off x="6720423" y="-9"/>
            <a:ext cx="2423582" cy="1357541"/>
            <a:chOff x="-77" y="3784091"/>
            <a:chExt cx="2423582" cy="1357541"/>
          </a:xfrm>
        </p:grpSpPr>
        <p:sp>
          <p:nvSpPr>
            <p:cNvPr id="117" name="Google Shape;117;p1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_2">
    <p:spTree>
      <p:nvGrpSpPr>
        <p:cNvPr id="1" name="Shape 251"/>
        <p:cNvGrpSpPr/>
        <p:nvPr/>
      </p:nvGrpSpPr>
      <p:grpSpPr>
        <a:xfrm>
          <a:off x="0" y="0"/>
          <a:ext cx="0" cy="0"/>
          <a:chOff x="0" y="0"/>
          <a:chExt cx="0" cy="0"/>
        </a:xfrm>
      </p:grpSpPr>
      <p:sp>
        <p:nvSpPr>
          <p:cNvPr id="252" name="Google Shape;252;p20"/>
          <p:cNvSpPr txBox="1">
            <a:spLocks noGrp="1"/>
          </p:cNvSpPr>
          <p:nvPr>
            <p:ph type="subTitle" idx="1"/>
          </p:nvPr>
        </p:nvSpPr>
        <p:spPr>
          <a:xfrm>
            <a:off x="719600" y="1770625"/>
            <a:ext cx="2317200" cy="389700"/>
          </a:xfrm>
          <a:prstGeom prst="rect">
            <a:avLst/>
          </a:prstGeom>
        </p:spPr>
        <p:txBody>
          <a:bodyPr spcFirstLastPara="1" wrap="square" lIns="91425" tIns="91425" rIns="91425" bIns="91425" anchor="b" anchorCtr="0">
            <a:noAutofit/>
          </a:bodyPr>
          <a:lstStyle>
            <a:lvl1pPr lvl="0" algn="ctr">
              <a:spcBef>
                <a:spcPts val="0"/>
              </a:spcBef>
              <a:spcAft>
                <a:spcPts val="0"/>
              </a:spcAft>
              <a:buSzPts val="1800"/>
              <a:buFont typeface="Oswald"/>
              <a:buNone/>
              <a:defRPr sz="1800">
                <a:solidFill>
                  <a:schemeClr val="accent1"/>
                </a:solidFill>
                <a:latin typeface="Oswald"/>
                <a:ea typeface="Oswald"/>
                <a:cs typeface="Oswald"/>
                <a:sym typeface="Oswald"/>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253" name="Google Shape;253;p20"/>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54" name="Google Shape;254;p20"/>
          <p:cNvSpPr txBox="1">
            <a:spLocks noGrp="1"/>
          </p:cNvSpPr>
          <p:nvPr>
            <p:ph type="title" idx="2" hasCustomPrompt="1"/>
          </p:nvPr>
        </p:nvSpPr>
        <p:spPr>
          <a:xfrm>
            <a:off x="1329200" y="1318325"/>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55" name="Google Shape;255;p20"/>
          <p:cNvSpPr txBox="1">
            <a:spLocks noGrp="1"/>
          </p:cNvSpPr>
          <p:nvPr>
            <p:ph type="subTitle" idx="3"/>
          </p:nvPr>
        </p:nvSpPr>
        <p:spPr>
          <a:xfrm>
            <a:off x="720100" y="2146716"/>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6" name="Google Shape;256;p20"/>
          <p:cNvSpPr txBox="1">
            <a:spLocks noGrp="1"/>
          </p:cNvSpPr>
          <p:nvPr>
            <p:ph type="subTitle" idx="4"/>
          </p:nvPr>
        </p:nvSpPr>
        <p:spPr>
          <a:xfrm>
            <a:off x="3413500" y="1770625"/>
            <a:ext cx="2316900" cy="38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57" name="Google Shape;257;p20"/>
          <p:cNvSpPr txBox="1">
            <a:spLocks noGrp="1"/>
          </p:cNvSpPr>
          <p:nvPr>
            <p:ph type="title" idx="5" hasCustomPrompt="1"/>
          </p:nvPr>
        </p:nvSpPr>
        <p:spPr>
          <a:xfrm>
            <a:off x="4023025" y="1318325"/>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58" name="Google Shape;258;p20"/>
          <p:cNvSpPr txBox="1">
            <a:spLocks noGrp="1"/>
          </p:cNvSpPr>
          <p:nvPr>
            <p:ph type="subTitle" idx="6"/>
          </p:nvPr>
        </p:nvSpPr>
        <p:spPr>
          <a:xfrm>
            <a:off x="3413738" y="2146716"/>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9" name="Google Shape;259;p20"/>
          <p:cNvSpPr txBox="1">
            <a:spLocks noGrp="1"/>
          </p:cNvSpPr>
          <p:nvPr>
            <p:ph type="subTitle" idx="7"/>
          </p:nvPr>
        </p:nvSpPr>
        <p:spPr>
          <a:xfrm>
            <a:off x="6107050" y="1770625"/>
            <a:ext cx="2316900" cy="38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60" name="Google Shape;260;p20"/>
          <p:cNvSpPr txBox="1">
            <a:spLocks noGrp="1"/>
          </p:cNvSpPr>
          <p:nvPr>
            <p:ph type="title" idx="8" hasCustomPrompt="1"/>
          </p:nvPr>
        </p:nvSpPr>
        <p:spPr>
          <a:xfrm>
            <a:off x="6716550" y="1318325"/>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3"/>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1" name="Google Shape;261;p20"/>
          <p:cNvSpPr txBox="1">
            <a:spLocks noGrp="1"/>
          </p:cNvSpPr>
          <p:nvPr>
            <p:ph type="subTitle" idx="9"/>
          </p:nvPr>
        </p:nvSpPr>
        <p:spPr>
          <a:xfrm>
            <a:off x="6107101" y="2146716"/>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2" name="Google Shape;262;p20"/>
          <p:cNvSpPr txBox="1">
            <a:spLocks noGrp="1"/>
          </p:cNvSpPr>
          <p:nvPr>
            <p:ph type="subTitle" idx="13"/>
          </p:nvPr>
        </p:nvSpPr>
        <p:spPr>
          <a:xfrm>
            <a:off x="719600" y="3395477"/>
            <a:ext cx="2317200" cy="38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Oswald"/>
              <a:buNone/>
              <a:defRPr sz="1800">
                <a:solidFill>
                  <a:schemeClr val="accent4"/>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63" name="Google Shape;263;p20"/>
          <p:cNvSpPr txBox="1">
            <a:spLocks noGrp="1"/>
          </p:cNvSpPr>
          <p:nvPr>
            <p:ph type="title" idx="14" hasCustomPrompt="1"/>
          </p:nvPr>
        </p:nvSpPr>
        <p:spPr>
          <a:xfrm>
            <a:off x="1329200" y="2943186"/>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4"/>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4" name="Google Shape;264;p20"/>
          <p:cNvSpPr txBox="1">
            <a:spLocks noGrp="1"/>
          </p:cNvSpPr>
          <p:nvPr>
            <p:ph type="subTitle" idx="15"/>
          </p:nvPr>
        </p:nvSpPr>
        <p:spPr>
          <a:xfrm>
            <a:off x="720100" y="3771577"/>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5" name="Google Shape;265;p20"/>
          <p:cNvSpPr txBox="1">
            <a:spLocks noGrp="1"/>
          </p:cNvSpPr>
          <p:nvPr>
            <p:ph type="subTitle" idx="16"/>
          </p:nvPr>
        </p:nvSpPr>
        <p:spPr>
          <a:xfrm>
            <a:off x="3413400" y="3395477"/>
            <a:ext cx="2317200" cy="38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Oswald"/>
              <a:buNone/>
              <a:defRPr sz="1800">
                <a:solidFill>
                  <a:schemeClr val="accent5"/>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66" name="Google Shape;266;p20"/>
          <p:cNvSpPr txBox="1">
            <a:spLocks noGrp="1"/>
          </p:cNvSpPr>
          <p:nvPr>
            <p:ph type="title" idx="17" hasCustomPrompt="1"/>
          </p:nvPr>
        </p:nvSpPr>
        <p:spPr>
          <a:xfrm>
            <a:off x="4023025" y="2943186"/>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5"/>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7" name="Google Shape;267;p20"/>
          <p:cNvSpPr txBox="1">
            <a:spLocks noGrp="1"/>
          </p:cNvSpPr>
          <p:nvPr>
            <p:ph type="subTitle" idx="18"/>
          </p:nvPr>
        </p:nvSpPr>
        <p:spPr>
          <a:xfrm>
            <a:off x="3413738" y="3771577"/>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8" name="Google Shape;268;p20"/>
          <p:cNvSpPr txBox="1">
            <a:spLocks noGrp="1"/>
          </p:cNvSpPr>
          <p:nvPr>
            <p:ph type="subTitle" idx="19"/>
          </p:nvPr>
        </p:nvSpPr>
        <p:spPr>
          <a:xfrm>
            <a:off x="6107050" y="3395475"/>
            <a:ext cx="2316900" cy="38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Oswald"/>
              <a:buNone/>
              <a:defRPr sz="1800">
                <a:solidFill>
                  <a:schemeClr val="accent6"/>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69" name="Google Shape;269;p20"/>
          <p:cNvSpPr txBox="1">
            <a:spLocks noGrp="1"/>
          </p:cNvSpPr>
          <p:nvPr>
            <p:ph type="title" idx="20" hasCustomPrompt="1"/>
          </p:nvPr>
        </p:nvSpPr>
        <p:spPr>
          <a:xfrm>
            <a:off x="6716550" y="2943186"/>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6"/>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70" name="Google Shape;270;p20"/>
          <p:cNvSpPr txBox="1">
            <a:spLocks noGrp="1"/>
          </p:cNvSpPr>
          <p:nvPr>
            <p:ph type="subTitle" idx="21"/>
          </p:nvPr>
        </p:nvSpPr>
        <p:spPr>
          <a:xfrm>
            <a:off x="6107101" y="3771577"/>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71" name="Google Shape;271;p20"/>
          <p:cNvGrpSpPr/>
          <p:nvPr/>
        </p:nvGrpSpPr>
        <p:grpSpPr>
          <a:xfrm>
            <a:off x="0" y="4569046"/>
            <a:ext cx="1022509" cy="572747"/>
            <a:chOff x="-77" y="3784091"/>
            <a:chExt cx="2423582" cy="1357541"/>
          </a:xfrm>
        </p:grpSpPr>
        <p:sp>
          <p:nvSpPr>
            <p:cNvPr id="272" name="Google Shape;272;p20"/>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0"/>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0"/>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0"/>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0"/>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 name="Google Shape;277;p20"/>
          <p:cNvGrpSpPr/>
          <p:nvPr/>
        </p:nvGrpSpPr>
        <p:grpSpPr>
          <a:xfrm flipH="1">
            <a:off x="8121500" y="4569046"/>
            <a:ext cx="1022509" cy="572747"/>
            <a:chOff x="-77" y="3784091"/>
            <a:chExt cx="2423582" cy="1357541"/>
          </a:xfrm>
        </p:grpSpPr>
        <p:sp>
          <p:nvSpPr>
            <p:cNvPr id="278" name="Google Shape;278;p20"/>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0"/>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0"/>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0"/>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0"/>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309"/>
        <p:cNvGrpSpPr/>
        <p:nvPr/>
      </p:nvGrpSpPr>
      <p:grpSpPr>
        <a:xfrm>
          <a:off x="0" y="0"/>
          <a:ext cx="0" cy="0"/>
          <a:chOff x="0" y="0"/>
          <a:chExt cx="0" cy="0"/>
        </a:xfrm>
      </p:grpSpPr>
      <p:grpSp>
        <p:nvGrpSpPr>
          <p:cNvPr id="310" name="Google Shape;310;p22"/>
          <p:cNvGrpSpPr/>
          <p:nvPr/>
        </p:nvGrpSpPr>
        <p:grpSpPr>
          <a:xfrm>
            <a:off x="-9" y="1669058"/>
            <a:ext cx="2781383" cy="1805382"/>
            <a:chOff x="8024127" y="984378"/>
            <a:chExt cx="2502369" cy="1624275"/>
          </a:xfrm>
        </p:grpSpPr>
        <p:sp>
          <p:nvSpPr>
            <p:cNvPr id="311" name="Google Shape;311;p22"/>
            <p:cNvSpPr/>
            <p:nvPr/>
          </p:nvSpPr>
          <p:spPr>
            <a:xfrm>
              <a:off x="8647339" y="2562003"/>
              <a:ext cx="65709" cy="30106"/>
            </a:xfrm>
            <a:custGeom>
              <a:avLst/>
              <a:gdLst/>
              <a:ahLst/>
              <a:cxnLst/>
              <a:rect l="l" t="t" r="r" b="b"/>
              <a:pathLst>
                <a:path w="2259" h="1035" extrusionOk="0">
                  <a:moveTo>
                    <a:pt x="125" y="899"/>
                  </a:moveTo>
                  <a:lnTo>
                    <a:pt x="125" y="899"/>
                  </a:lnTo>
                  <a:cubicBezTo>
                    <a:pt x="132" y="943"/>
                    <a:pt x="142" y="989"/>
                    <a:pt x="157" y="1035"/>
                  </a:cubicBezTo>
                  <a:cubicBezTo>
                    <a:pt x="157" y="1001"/>
                    <a:pt x="157" y="1001"/>
                    <a:pt x="157" y="1001"/>
                  </a:cubicBezTo>
                  <a:cubicBezTo>
                    <a:pt x="144" y="967"/>
                    <a:pt x="133" y="933"/>
                    <a:pt x="125" y="899"/>
                  </a:cubicBezTo>
                  <a:close/>
                  <a:moveTo>
                    <a:pt x="891" y="1"/>
                  </a:moveTo>
                  <a:cubicBezTo>
                    <a:pt x="329" y="1"/>
                    <a:pt x="1" y="409"/>
                    <a:pt x="125" y="899"/>
                  </a:cubicBezTo>
                  <a:lnTo>
                    <a:pt x="125" y="899"/>
                  </a:lnTo>
                  <a:cubicBezTo>
                    <a:pt x="49" y="429"/>
                    <a:pt x="373" y="67"/>
                    <a:pt x="891" y="67"/>
                  </a:cubicBezTo>
                  <a:cubicBezTo>
                    <a:pt x="1491" y="67"/>
                    <a:pt x="2091" y="501"/>
                    <a:pt x="2258" y="1035"/>
                  </a:cubicBezTo>
                  <a:cubicBezTo>
                    <a:pt x="2258" y="1001"/>
                    <a:pt x="2258" y="1001"/>
                    <a:pt x="2258" y="1001"/>
                  </a:cubicBezTo>
                  <a:cubicBezTo>
                    <a:pt x="2091" y="468"/>
                    <a:pt x="1458" y="1"/>
                    <a:pt x="891" y="1"/>
                  </a:cubicBezTo>
                  <a:close/>
                </a:path>
              </a:pathLst>
            </a:custGeom>
            <a:solidFill>
              <a:srgbClr val="FFFF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2"/>
            <p:cNvSpPr/>
            <p:nvPr/>
          </p:nvSpPr>
          <p:spPr>
            <a:xfrm>
              <a:off x="8759904" y="2562003"/>
              <a:ext cx="65680" cy="30106"/>
            </a:xfrm>
            <a:custGeom>
              <a:avLst/>
              <a:gdLst/>
              <a:ahLst/>
              <a:cxnLst/>
              <a:rect l="l" t="t" r="r" b="b"/>
              <a:pathLst>
                <a:path w="2258" h="1035" extrusionOk="0">
                  <a:moveTo>
                    <a:pt x="124" y="899"/>
                  </a:moveTo>
                  <a:cubicBezTo>
                    <a:pt x="131" y="943"/>
                    <a:pt x="142" y="989"/>
                    <a:pt x="156" y="1035"/>
                  </a:cubicBezTo>
                  <a:cubicBezTo>
                    <a:pt x="156" y="1001"/>
                    <a:pt x="156" y="1001"/>
                    <a:pt x="156" y="1001"/>
                  </a:cubicBezTo>
                  <a:cubicBezTo>
                    <a:pt x="143" y="967"/>
                    <a:pt x="133" y="933"/>
                    <a:pt x="124" y="899"/>
                  </a:cubicBezTo>
                  <a:close/>
                  <a:moveTo>
                    <a:pt x="890" y="1"/>
                  </a:moveTo>
                  <a:cubicBezTo>
                    <a:pt x="328" y="1"/>
                    <a:pt x="0" y="409"/>
                    <a:pt x="124" y="899"/>
                  </a:cubicBezTo>
                  <a:lnTo>
                    <a:pt x="124" y="899"/>
                  </a:lnTo>
                  <a:cubicBezTo>
                    <a:pt x="49" y="429"/>
                    <a:pt x="372" y="67"/>
                    <a:pt x="890" y="67"/>
                  </a:cubicBezTo>
                  <a:cubicBezTo>
                    <a:pt x="1490" y="67"/>
                    <a:pt x="2091" y="501"/>
                    <a:pt x="2258" y="1035"/>
                  </a:cubicBezTo>
                  <a:cubicBezTo>
                    <a:pt x="2258" y="1001"/>
                    <a:pt x="2258" y="1001"/>
                    <a:pt x="2258" y="1001"/>
                  </a:cubicBezTo>
                  <a:cubicBezTo>
                    <a:pt x="2091" y="468"/>
                    <a:pt x="1457" y="1"/>
                    <a:pt x="890" y="1"/>
                  </a:cubicBezTo>
                  <a:close/>
                </a:path>
              </a:pathLst>
            </a:custGeom>
            <a:solidFill>
              <a:srgbClr val="FF52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2"/>
            <p:cNvSpPr/>
            <p:nvPr/>
          </p:nvSpPr>
          <p:spPr>
            <a:xfrm>
              <a:off x="8872440" y="2562003"/>
              <a:ext cx="65709" cy="30106"/>
            </a:xfrm>
            <a:custGeom>
              <a:avLst/>
              <a:gdLst/>
              <a:ahLst/>
              <a:cxnLst/>
              <a:rect l="l" t="t" r="r" b="b"/>
              <a:pathLst>
                <a:path w="2259" h="1035" extrusionOk="0">
                  <a:moveTo>
                    <a:pt x="124" y="899"/>
                  </a:moveTo>
                  <a:cubicBezTo>
                    <a:pt x="131" y="943"/>
                    <a:pt x="142" y="989"/>
                    <a:pt x="157" y="1035"/>
                  </a:cubicBezTo>
                  <a:cubicBezTo>
                    <a:pt x="157" y="1001"/>
                    <a:pt x="157" y="1001"/>
                    <a:pt x="157" y="1001"/>
                  </a:cubicBezTo>
                  <a:cubicBezTo>
                    <a:pt x="144" y="967"/>
                    <a:pt x="133" y="933"/>
                    <a:pt x="124" y="899"/>
                  </a:cubicBezTo>
                  <a:close/>
                  <a:moveTo>
                    <a:pt x="890" y="1"/>
                  </a:moveTo>
                  <a:cubicBezTo>
                    <a:pt x="329" y="1"/>
                    <a:pt x="1" y="409"/>
                    <a:pt x="124" y="899"/>
                  </a:cubicBezTo>
                  <a:lnTo>
                    <a:pt x="124" y="899"/>
                  </a:lnTo>
                  <a:cubicBezTo>
                    <a:pt x="49" y="429"/>
                    <a:pt x="372" y="67"/>
                    <a:pt x="890" y="67"/>
                  </a:cubicBezTo>
                  <a:cubicBezTo>
                    <a:pt x="1491" y="67"/>
                    <a:pt x="2091" y="501"/>
                    <a:pt x="2258" y="1035"/>
                  </a:cubicBezTo>
                  <a:cubicBezTo>
                    <a:pt x="2258" y="1001"/>
                    <a:pt x="2258" y="1001"/>
                    <a:pt x="2258" y="1001"/>
                  </a:cubicBezTo>
                  <a:cubicBezTo>
                    <a:pt x="2091" y="468"/>
                    <a:pt x="1491" y="1"/>
                    <a:pt x="890" y="1"/>
                  </a:cubicBezTo>
                  <a:close/>
                </a:path>
              </a:pathLst>
            </a:custGeom>
            <a:solidFill>
              <a:srgbClr val="45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2"/>
            <p:cNvSpPr/>
            <p:nvPr/>
          </p:nvSpPr>
          <p:spPr>
            <a:xfrm>
              <a:off x="10089400" y="2205025"/>
              <a:ext cx="25" cy="50050"/>
            </a:xfrm>
            <a:custGeom>
              <a:avLst/>
              <a:gdLst/>
              <a:ahLst/>
              <a:cxnLst/>
              <a:rect l="l" t="t" r="r" b="b"/>
              <a:pathLst>
                <a:path w="1" h="2002" extrusionOk="0">
                  <a:moveTo>
                    <a:pt x="0" y="2002"/>
                  </a:moveTo>
                  <a:lnTo>
                    <a:pt x="0" y="0"/>
                  </a:lnTo>
                </a:path>
              </a:pathLst>
            </a:custGeom>
            <a:solidFill>
              <a:srgbClr val="1F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2"/>
            <p:cNvSpPr/>
            <p:nvPr/>
          </p:nvSpPr>
          <p:spPr>
            <a:xfrm>
              <a:off x="8024127" y="984378"/>
              <a:ext cx="2502369" cy="1624275"/>
            </a:xfrm>
            <a:custGeom>
              <a:avLst/>
              <a:gdLst/>
              <a:ahLst/>
              <a:cxnLst/>
              <a:rect l="l" t="t" r="r" b="b"/>
              <a:pathLst>
                <a:path w="86029" h="55841" extrusionOk="0">
                  <a:moveTo>
                    <a:pt x="2102" y="1"/>
                  </a:moveTo>
                  <a:cubicBezTo>
                    <a:pt x="935" y="1"/>
                    <a:pt x="1" y="935"/>
                    <a:pt x="1" y="2102"/>
                  </a:cubicBezTo>
                  <a:lnTo>
                    <a:pt x="1" y="53739"/>
                  </a:lnTo>
                  <a:cubicBezTo>
                    <a:pt x="1" y="54907"/>
                    <a:pt x="935" y="55841"/>
                    <a:pt x="2102" y="55841"/>
                  </a:cubicBezTo>
                  <a:lnTo>
                    <a:pt x="83894" y="55841"/>
                  </a:lnTo>
                  <a:cubicBezTo>
                    <a:pt x="85062" y="55841"/>
                    <a:pt x="86029" y="54907"/>
                    <a:pt x="86029" y="53739"/>
                  </a:cubicBezTo>
                  <a:lnTo>
                    <a:pt x="86029" y="2102"/>
                  </a:lnTo>
                  <a:cubicBezTo>
                    <a:pt x="86029" y="935"/>
                    <a:pt x="85062" y="1"/>
                    <a:pt x="83894" y="1"/>
                  </a:cubicBezTo>
                  <a:close/>
                </a:path>
              </a:pathLst>
            </a:custGeom>
            <a:solidFill>
              <a:srgbClr val="B8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2"/>
            <p:cNvSpPr/>
            <p:nvPr/>
          </p:nvSpPr>
          <p:spPr>
            <a:xfrm>
              <a:off x="8024127" y="984378"/>
              <a:ext cx="2502369" cy="262020"/>
            </a:xfrm>
            <a:custGeom>
              <a:avLst/>
              <a:gdLst/>
              <a:ahLst/>
              <a:cxnLst/>
              <a:rect l="l" t="t" r="r" b="b"/>
              <a:pathLst>
                <a:path w="86029" h="9008" extrusionOk="0">
                  <a:moveTo>
                    <a:pt x="2436" y="1"/>
                  </a:moveTo>
                  <a:cubicBezTo>
                    <a:pt x="1102" y="1"/>
                    <a:pt x="1" y="1068"/>
                    <a:pt x="1" y="2436"/>
                  </a:cubicBezTo>
                  <a:lnTo>
                    <a:pt x="1" y="9007"/>
                  </a:lnTo>
                  <a:lnTo>
                    <a:pt x="86029" y="9007"/>
                  </a:lnTo>
                  <a:lnTo>
                    <a:pt x="86029" y="2436"/>
                  </a:lnTo>
                  <a:cubicBezTo>
                    <a:pt x="86029" y="1102"/>
                    <a:pt x="84928" y="1"/>
                    <a:pt x="835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2"/>
            <p:cNvSpPr/>
            <p:nvPr/>
          </p:nvSpPr>
          <p:spPr>
            <a:xfrm>
              <a:off x="8125057" y="1324952"/>
              <a:ext cx="2305388" cy="1198318"/>
            </a:xfrm>
            <a:custGeom>
              <a:avLst/>
              <a:gdLst/>
              <a:ahLst/>
              <a:cxnLst/>
              <a:rect l="l" t="t" r="r" b="b"/>
              <a:pathLst>
                <a:path w="79257" h="41197" extrusionOk="0">
                  <a:moveTo>
                    <a:pt x="77522" y="41196"/>
                  </a:moveTo>
                  <a:lnTo>
                    <a:pt x="1735" y="41196"/>
                  </a:lnTo>
                  <a:cubicBezTo>
                    <a:pt x="767" y="41196"/>
                    <a:pt x="0" y="40429"/>
                    <a:pt x="0" y="39462"/>
                  </a:cubicBezTo>
                  <a:lnTo>
                    <a:pt x="0" y="1735"/>
                  </a:lnTo>
                  <a:cubicBezTo>
                    <a:pt x="0" y="768"/>
                    <a:pt x="767" y="0"/>
                    <a:pt x="1735" y="0"/>
                  </a:cubicBezTo>
                  <a:lnTo>
                    <a:pt x="77522" y="0"/>
                  </a:lnTo>
                  <a:cubicBezTo>
                    <a:pt x="78489" y="0"/>
                    <a:pt x="79257" y="768"/>
                    <a:pt x="79257" y="1735"/>
                  </a:cubicBezTo>
                  <a:lnTo>
                    <a:pt x="79257" y="39462"/>
                  </a:lnTo>
                  <a:cubicBezTo>
                    <a:pt x="79257" y="40429"/>
                    <a:pt x="78489" y="41196"/>
                    <a:pt x="77522" y="41196"/>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2"/>
            <p:cNvSpPr/>
            <p:nvPr/>
          </p:nvSpPr>
          <p:spPr>
            <a:xfrm>
              <a:off x="8191986" y="1394818"/>
              <a:ext cx="54365" cy="110620"/>
            </a:xfrm>
            <a:custGeom>
              <a:avLst/>
              <a:gdLst/>
              <a:ahLst/>
              <a:cxnLst/>
              <a:rect l="l" t="t" r="r" b="b"/>
              <a:pathLst>
                <a:path w="1869" h="3803" fill="none" extrusionOk="0">
                  <a:moveTo>
                    <a:pt x="1869" y="0"/>
                  </a:moveTo>
                  <a:lnTo>
                    <a:pt x="1" y="1901"/>
                  </a:lnTo>
                  <a:lnTo>
                    <a:pt x="1869" y="3803"/>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2"/>
            <p:cNvSpPr/>
            <p:nvPr/>
          </p:nvSpPr>
          <p:spPr>
            <a:xfrm>
              <a:off x="8385062" y="1394818"/>
              <a:ext cx="55354" cy="110620"/>
            </a:xfrm>
            <a:custGeom>
              <a:avLst/>
              <a:gdLst/>
              <a:ahLst/>
              <a:cxnLst/>
              <a:rect l="l" t="t" r="r" b="b"/>
              <a:pathLst>
                <a:path w="1903" h="3803" fill="none" extrusionOk="0">
                  <a:moveTo>
                    <a:pt x="1" y="0"/>
                  </a:moveTo>
                  <a:lnTo>
                    <a:pt x="1902" y="1901"/>
                  </a:lnTo>
                  <a:lnTo>
                    <a:pt x="1" y="3803"/>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2"/>
            <p:cNvSpPr/>
            <p:nvPr/>
          </p:nvSpPr>
          <p:spPr>
            <a:xfrm>
              <a:off x="8292887" y="1394818"/>
              <a:ext cx="43689" cy="120335"/>
            </a:xfrm>
            <a:custGeom>
              <a:avLst/>
              <a:gdLst/>
              <a:ahLst/>
              <a:cxnLst/>
              <a:rect l="l" t="t" r="r" b="b"/>
              <a:pathLst>
                <a:path w="1502" h="4137" fill="none" extrusionOk="0">
                  <a:moveTo>
                    <a:pt x="1" y="4136"/>
                  </a:moveTo>
                  <a:lnTo>
                    <a:pt x="1502" y="0"/>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2"/>
            <p:cNvSpPr/>
            <p:nvPr/>
          </p:nvSpPr>
          <p:spPr>
            <a:xfrm>
              <a:off x="8483055" y="1500548"/>
              <a:ext cx="31095" cy="31095"/>
            </a:xfrm>
            <a:custGeom>
              <a:avLst/>
              <a:gdLst/>
              <a:ahLst/>
              <a:cxnLst/>
              <a:rect l="l" t="t" r="r" b="b"/>
              <a:pathLst>
                <a:path w="1069" h="1069" extrusionOk="0">
                  <a:moveTo>
                    <a:pt x="535" y="1"/>
                  </a:moveTo>
                  <a:cubicBezTo>
                    <a:pt x="234" y="1"/>
                    <a:pt x="1" y="234"/>
                    <a:pt x="1" y="535"/>
                  </a:cubicBezTo>
                  <a:cubicBezTo>
                    <a:pt x="1" y="802"/>
                    <a:pt x="234" y="1068"/>
                    <a:pt x="535" y="1068"/>
                  </a:cubicBezTo>
                  <a:cubicBezTo>
                    <a:pt x="835" y="1068"/>
                    <a:pt x="1068" y="802"/>
                    <a:pt x="1068" y="535"/>
                  </a:cubicBezTo>
                  <a:cubicBezTo>
                    <a:pt x="1068" y="234"/>
                    <a:pt x="835" y="1"/>
                    <a:pt x="535"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2"/>
            <p:cNvSpPr/>
            <p:nvPr/>
          </p:nvSpPr>
          <p:spPr>
            <a:xfrm>
              <a:off x="8528666" y="1500548"/>
              <a:ext cx="31065" cy="31095"/>
            </a:xfrm>
            <a:custGeom>
              <a:avLst/>
              <a:gdLst/>
              <a:ahLst/>
              <a:cxnLst/>
              <a:rect l="l" t="t" r="r" b="b"/>
              <a:pathLst>
                <a:path w="1068" h="1069" extrusionOk="0">
                  <a:moveTo>
                    <a:pt x="534" y="1"/>
                  </a:moveTo>
                  <a:cubicBezTo>
                    <a:pt x="267" y="1"/>
                    <a:pt x="0" y="234"/>
                    <a:pt x="0" y="535"/>
                  </a:cubicBezTo>
                  <a:cubicBezTo>
                    <a:pt x="0" y="802"/>
                    <a:pt x="267"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2"/>
            <p:cNvSpPr/>
            <p:nvPr/>
          </p:nvSpPr>
          <p:spPr>
            <a:xfrm>
              <a:off x="8593674" y="1500548"/>
              <a:ext cx="31065" cy="31095"/>
            </a:xfrm>
            <a:custGeom>
              <a:avLst/>
              <a:gdLst/>
              <a:ahLst/>
              <a:cxnLst/>
              <a:rect l="l" t="t" r="r" b="b"/>
              <a:pathLst>
                <a:path w="1068" h="1069" extrusionOk="0">
                  <a:moveTo>
                    <a:pt x="534" y="1"/>
                  </a:moveTo>
                  <a:cubicBezTo>
                    <a:pt x="234" y="1"/>
                    <a:pt x="0" y="234"/>
                    <a:pt x="0" y="535"/>
                  </a:cubicBezTo>
                  <a:cubicBezTo>
                    <a:pt x="0" y="802"/>
                    <a:pt x="234"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2"/>
            <p:cNvSpPr/>
            <p:nvPr/>
          </p:nvSpPr>
          <p:spPr>
            <a:xfrm>
              <a:off x="8219152" y="1627656"/>
              <a:ext cx="1656300" cy="29"/>
            </a:xfrm>
            <a:custGeom>
              <a:avLst/>
              <a:gdLst/>
              <a:ahLst/>
              <a:cxnLst/>
              <a:rect l="l" t="t" r="r" b="b"/>
              <a:pathLst>
                <a:path w="56942" h="1" fill="none" extrusionOk="0">
                  <a:moveTo>
                    <a:pt x="1" y="1"/>
                  </a:moveTo>
                  <a:lnTo>
                    <a:pt x="56941"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2"/>
            <p:cNvSpPr/>
            <p:nvPr/>
          </p:nvSpPr>
          <p:spPr>
            <a:xfrm>
              <a:off x="9975312" y="1627656"/>
              <a:ext cx="128101" cy="29"/>
            </a:xfrm>
            <a:custGeom>
              <a:avLst/>
              <a:gdLst/>
              <a:ahLst/>
              <a:cxnLst/>
              <a:rect l="l" t="t" r="r" b="b"/>
              <a:pathLst>
                <a:path w="4404" h="1" fill="none" extrusionOk="0">
                  <a:moveTo>
                    <a:pt x="0" y="1"/>
                  </a:moveTo>
                  <a:lnTo>
                    <a:pt x="4403"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2"/>
            <p:cNvSpPr/>
            <p:nvPr/>
          </p:nvSpPr>
          <p:spPr>
            <a:xfrm>
              <a:off x="10174205" y="1627656"/>
              <a:ext cx="163035" cy="29"/>
            </a:xfrm>
            <a:custGeom>
              <a:avLst/>
              <a:gdLst/>
              <a:ahLst/>
              <a:cxnLst/>
              <a:rect l="l" t="t" r="r" b="b"/>
              <a:pathLst>
                <a:path w="5605" h="1" fill="none" extrusionOk="0">
                  <a:moveTo>
                    <a:pt x="0" y="1"/>
                  </a:moveTo>
                  <a:lnTo>
                    <a:pt x="5604"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2"/>
            <p:cNvSpPr/>
            <p:nvPr/>
          </p:nvSpPr>
          <p:spPr>
            <a:xfrm>
              <a:off x="8219152" y="1757673"/>
              <a:ext cx="1036300" cy="29"/>
            </a:xfrm>
            <a:custGeom>
              <a:avLst/>
              <a:gdLst/>
              <a:ahLst/>
              <a:cxnLst/>
              <a:rect l="l" t="t" r="r" b="b"/>
              <a:pathLst>
                <a:path w="35627" h="1" fill="none" extrusionOk="0">
                  <a:moveTo>
                    <a:pt x="1" y="1"/>
                  </a:moveTo>
                  <a:lnTo>
                    <a:pt x="35626"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2"/>
            <p:cNvSpPr/>
            <p:nvPr/>
          </p:nvSpPr>
          <p:spPr>
            <a:xfrm>
              <a:off x="9408676" y="1757673"/>
              <a:ext cx="186335" cy="29"/>
            </a:xfrm>
            <a:custGeom>
              <a:avLst/>
              <a:gdLst/>
              <a:ahLst/>
              <a:cxnLst/>
              <a:rect l="l" t="t" r="r" b="b"/>
              <a:pathLst>
                <a:path w="6406" h="1" fill="none" extrusionOk="0">
                  <a:moveTo>
                    <a:pt x="1" y="1"/>
                  </a:moveTo>
                  <a:lnTo>
                    <a:pt x="6405"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2"/>
            <p:cNvSpPr/>
            <p:nvPr/>
          </p:nvSpPr>
          <p:spPr>
            <a:xfrm>
              <a:off x="9090440" y="1832396"/>
              <a:ext cx="504581" cy="29"/>
            </a:xfrm>
            <a:custGeom>
              <a:avLst/>
              <a:gdLst/>
              <a:ahLst/>
              <a:cxnLst/>
              <a:rect l="l" t="t" r="r" b="b"/>
              <a:pathLst>
                <a:path w="17347" h="1" fill="none" extrusionOk="0">
                  <a:moveTo>
                    <a:pt x="17346"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2"/>
            <p:cNvSpPr/>
            <p:nvPr/>
          </p:nvSpPr>
          <p:spPr>
            <a:xfrm>
              <a:off x="8919673" y="1832396"/>
              <a:ext cx="101923" cy="29"/>
            </a:xfrm>
            <a:custGeom>
              <a:avLst/>
              <a:gdLst/>
              <a:ahLst/>
              <a:cxnLst/>
              <a:rect l="l" t="t" r="r" b="b"/>
              <a:pathLst>
                <a:path w="3504" h="1" fill="none" extrusionOk="0">
                  <a:moveTo>
                    <a:pt x="3503"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2"/>
            <p:cNvSpPr/>
            <p:nvPr/>
          </p:nvSpPr>
          <p:spPr>
            <a:xfrm>
              <a:off x="8737271" y="1832396"/>
              <a:ext cx="101894" cy="29"/>
            </a:xfrm>
            <a:custGeom>
              <a:avLst/>
              <a:gdLst/>
              <a:ahLst/>
              <a:cxnLst/>
              <a:rect l="l" t="t" r="r" b="b"/>
              <a:pathLst>
                <a:path w="3503" h="1" fill="none" extrusionOk="0">
                  <a:moveTo>
                    <a:pt x="3503"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2"/>
            <p:cNvSpPr/>
            <p:nvPr/>
          </p:nvSpPr>
          <p:spPr>
            <a:xfrm>
              <a:off x="8555829" y="1832396"/>
              <a:ext cx="100934" cy="29"/>
            </a:xfrm>
            <a:custGeom>
              <a:avLst/>
              <a:gdLst/>
              <a:ahLst/>
              <a:cxnLst/>
              <a:rect l="l" t="t" r="r" b="b"/>
              <a:pathLst>
                <a:path w="3470" h="1" fill="none" extrusionOk="0">
                  <a:moveTo>
                    <a:pt x="3470"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2"/>
            <p:cNvSpPr/>
            <p:nvPr/>
          </p:nvSpPr>
          <p:spPr>
            <a:xfrm>
              <a:off x="8373428" y="1832396"/>
              <a:ext cx="100934" cy="29"/>
            </a:xfrm>
            <a:custGeom>
              <a:avLst/>
              <a:gdLst/>
              <a:ahLst/>
              <a:cxnLst/>
              <a:rect l="l" t="t" r="r" b="b"/>
              <a:pathLst>
                <a:path w="3470" h="1" fill="none" extrusionOk="0">
                  <a:moveTo>
                    <a:pt x="3470"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2"/>
            <p:cNvSpPr/>
            <p:nvPr/>
          </p:nvSpPr>
          <p:spPr>
            <a:xfrm>
              <a:off x="8373428" y="1923582"/>
              <a:ext cx="1570900" cy="29"/>
            </a:xfrm>
            <a:custGeom>
              <a:avLst/>
              <a:gdLst/>
              <a:ahLst/>
              <a:cxnLst/>
              <a:rect l="l" t="t" r="r" b="b"/>
              <a:pathLst>
                <a:path w="54006" h="1" fill="none" extrusionOk="0">
                  <a:moveTo>
                    <a:pt x="54006" y="1"/>
                  </a:moveTo>
                  <a:lnTo>
                    <a:pt x="0"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2"/>
            <p:cNvSpPr/>
            <p:nvPr/>
          </p:nvSpPr>
          <p:spPr>
            <a:xfrm>
              <a:off x="8219152" y="1832396"/>
              <a:ext cx="36912" cy="29"/>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2"/>
            <p:cNvSpPr/>
            <p:nvPr/>
          </p:nvSpPr>
          <p:spPr>
            <a:xfrm>
              <a:off x="8219152" y="1923582"/>
              <a:ext cx="36912" cy="29"/>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2"/>
            <p:cNvSpPr/>
            <p:nvPr/>
          </p:nvSpPr>
          <p:spPr>
            <a:xfrm>
              <a:off x="8219152" y="2014798"/>
              <a:ext cx="36912" cy="29"/>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2"/>
            <p:cNvSpPr/>
            <p:nvPr/>
          </p:nvSpPr>
          <p:spPr>
            <a:xfrm>
              <a:off x="8219152" y="2105984"/>
              <a:ext cx="36912" cy="29"/>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2"/>
            <p:cNvSpPr/>
            <p:nvPr/>
          </p:nvSpPr>
          <p:spPr>
            <a:xfrm>
              <a:off x="10039331" y="1923582"/>
              <a:ext cx="216411" cy="29"/>
            </a:xfrm>
            <a:custGeom>
              <a:avLst/>
              <a:gdLst/>
              <a:ahLst/>
              <a:cxnLst/>
              <a:rect l="l" t="t" r="r" b="b"/>
              <a:pathLst>
                <a:path w="7440" h="1" fill="none" extrusionOk="0">
                  <a:moveTo>
                    <a:pt x="1" y="1"/>
                  </a:moveTo>
                  <a:lnTo>
                    <a:pt x="7439"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2"/>
            <p:cNvSpPr/>
            <p:nvPr/>
          </p:nvSpPr>
          <p:spPr>
            <a:xfrm>
              <a:off x="8369559" y="2014798"/>
              <a:ext cx="434713" cy="29"/>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2"/>
            <p:cNvSpPr/>
            <p:nvPr/>
          </p:nvSpPr>
          <p:spPr>
            <a:xfrm>
              <a:off x="8369559" y="2107933"/>
              <a:ext cx="434713" cy="29"/>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2"/>
            <p:cNvSpPr/>
            <p:nvPr/>
          </p:nvSpPr>
          <p:spPr>
            <a:xfrm>
              <a:off x="8369559" y="2202057"/>
              <a:ext cx="434713" cy="29"/>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2"/>
            <p:cNvSpPr/>
            <p:nvPr/>
          </p:nvSpPr>
          <p:spPr>
            <a:xfrm>
              <a:off x="8369559" y="2295192"/>
              <a:ext cx="434713" cy="29"/>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2"/>
            <p:cNvSpPr/>
            <p:nvPr/>
          </p:nvSpPr>
          <p:spPr>
            <a:xfrm>
              <a:off x="9090440" y="2295192"/>
              <a:ext cx="884929" cy="29"/>
            </a:xfrm>
            <a:custGeom>
              <a:avLst/>
              <a:gdLst/>
              <a:ahLst/>
              <a:cxnLst/>
              <a:rect l="l" t="t" r="r" b="b"/>
              <a:pathLst>
                <a:path w="30423" h="1" fill="none" extrusionOk="0">
                  <a:moveTo>
                    <a:pt x="0" y="1"/>
                  </a:moveTo>
                  <a:lnTo>
                    <a:pt x="30422"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2"/>
            <p:cNvSpPr/>
            <p:nvPr/>
          </p:nvSpPr>
          <p:spPr>
            <a:xfrm>
              <a:off x="9615336" y="2202057"/>
              <a:ext cx="360016" cy="29"/>
            </a:xfrm>
            <a:custGeom>
              <a:avLst/>
              <a:gdLst/>
              <a:ahLst/>
              <a:cxnLst/>
              <a:rect l="l" t="t" r="r" b="b"/>
              <a:pathLst>
                <a:path w="12377" h="1" fill="none" extrusionOk="0">
                  <a:moveTo>
                    <a:pt x="1" y="0"/>
                  </a:moveTo>
                  <a:lnTo>
                    <a:pt x="12376" y="0"/>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2"/>
            <p:cNvSpPr/>
            <p:nvPr/>
          </p:nvSpPr>
          <p:spPr>
            <a:xfrm>
              <a:off x="9832671" y="2105984"/>
              <a:ext cx="142674" cy="29"/>
            </a:xfrm>
            <a:custGeom>
              <a:avLst/>
              <a:gdLst/>
              <a:ahLst/>
              <a:cxnLst/>
              <a:rect l="l" t="t" r="r" b="b"/>
              <a:pathLst>
                <a:path w="4905" h="1" fill="none" extrusionOk="0">
                  <a:moveTo>
                    <a:pt x="1" y="1"/>
                  </a:moveTo>
                  <a:lnTo>
                    <a:pt x="4904"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22"/>
          <p:cNvGrpSpPr/>
          <p:nvPr/>
        </p:nvGrpSpPr>
        <p:grpSpPr>
          <a:xfrm flipH="1">
            <a:off x="7058589" y="1071875"/>
            <a:ext cx="2085403" cy="2999739"/>
            <a:chOff x="7435625" y="1209875"/>
            <a:chExt cx="1470250" cy="2114875"/>
          </a:xfrm>
        </p:grpSpPr>
        <p:sp>
          <p:nvSpPr>
            <p:cNvPr id="348" name="Google Shape;348;p22"/>
            <p:cNvSpPr/>
            <p:nvPr/>
          </p:nvSpPr>
          <p:spPr>
            <a:xfrm>
              <a:off x="7658275" y="3273025"/>
              <a:ext cx="120950" cy="12550"/>
            </a:xfrm>
            <a:custGeom>
              <a:avLst/>
              <a:gdLst/>
              <a:ahLst/>
              <a:cxnLst/>
              <a:rect l="l" t="t" r="r" b="b"/>
              <a:pathLst>
                <a:path w="4838" h="502" extrusionOk="0">
                  <a:moveTo>
                    <a:pt x="401" y="1"/>
                  </a:moveTo>
                  <a:cubicBezTo>
                    <a:pt x="168" y="1"/>
                    <a:pt x="1" y="201"/>
                    <a:pt x="1" y="434"/>
                  </a:cubicBezTo>
                  <a:lnTo>
                    <a:pt x="1" y="501"/>
                  </a:lnTo>
                  <a:cubicBezTo>
                    <a:pt x="1" y="268"/>
                    <a:pt x="168" y="101"/>
                    <a:pt x="401"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2"/>
            <p:cNvSpPr/>
            <p:nvPr/>
          </p:nvSpPr>
          <p:spPr>
            <a:xfrm>
              <a:off x="7494000" y="3273025"/>
              <a:ext cx="120950" cy="12550"/>
            </a:xfrm>
            <a:custGeom>
              <a:avLst/>
              <a:gdLst/>
              <a:ahLst/>
              <a:cxnLst/>
              <a:rect l="l" t="t" r="r" b="b"/>
              <a:pathLst>
                <a:path w="4838" h="502" extrusionOk="0">
                  <a:moveTo>
                    <a:pt x="434" y="1"/>
                  </a:moveTo>
                  <a:cubicBezTo>
                    <a:pt x="201" y="1"/>
                    <a:pt x="0" y="201"/>
                    <a:pt x="0" y="434"/>
                  </a:cubicBezTo>
                  <a:lnTo>
                    <a:pt x="0" y="501"/>
                  </a:lnTo>
                  <a:cubicBezTo>
                    <a:pt x="0" y="268"/>
                    <a:pt x="201"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2"/>
            <p:cNvSpPr/>
            <p:nvPr/>
          </p:nvSpPr>
          <p:spPr>
            <a:xfrm>
              <a:off x="7821725" y="3273025"/>
              <a:ext cx="120950" cy="12550"/>
            </a:xfrm>
            <a:custGeom>
              <a:avLst/>
              <a:gdLst/>
              <a:ahLst/>
              <a:cxnLst/>
              <a:rect l="l" t="t" r="r" b="b"/>
              <a:pathLst>
                <a:path w="4838" h="502" extrusionOk="0">
                  <a:moveTo>
                    <a:pt x="434" y="1"/>
                  </a:moveTo>
                  <a:cubicBezTo>
                    <a:pt x="201" y="1"/>
                    <a:pt x="1" y="201"/>
                    <a:pt x="1" y="434"/>
                  </a:cubicBezTo>
                  <a:lnTo>
                    <a:pt x="1" y="501"/>
                  </a:lnTo>
                  <a:cubicBezTo>
                    <a:pt x="1"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2"/>
            <p:cNvSpPr/>
            <p:nvPr/>
          </p:nvSpPr>
          <p:spPr>
            <a:xfrm>
              <a:off x="7970175" y="3087075"/>
              <a:ext cx="106775" cy="109250"/>
            </a:xfrm>
            <a:custGeom>
              <a:avLst/>
              <a:gdLst/>
              <a:ahLst/>
              <a:cxnLst/>
              <a:rect l="l" t="t" r="r" b="b"/>
              <a:pathLst>
                <a:path w="4271" h="4370" extrusionOk="0">
                  <a:moveTo>
                    <a:pt x="2135" y="0"/>
                  </a:moveTo>
                  <a:cubicBezTo>
                    <a:pt x="968" y="0"/>
                    <a:pt x="0" y="967"/>
                    <a:pt x="0" y="2168"/>
                  </a:cubicBezTo>
                  <a:cubicBezTo>
                    <a:pt x="0" y="3403"/>
                    <a:pt x="968" y="4370"/>
                    <a:pt x="2135" y="4370"/>
                  </a:cubicBezTo>
                  <a:cubicBezTo>
                    <a:pt x="3336" y="4370"/>
                    <a:pt x="4270" y="3403"/>
                    <a:pt x="4270" y="2168"/>
                  </a:cubicBezTo>
                  <a:cubicBezTo>
                    <a:pt x="4270" y="967"/>
                    <a:pt x="3336" y="0"/>
                    <a:pt x="2135" y="0"/>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2"/>
            <p:cNvSpPr/>
            <p:nvPr/>
          </p:nvSpPr>
          <p:spPr>
            <a:xfrm>
              <a:off x="7970175" y="3087075"/>
              <a:ext cx="106775" cy="106750"/>
            </a:xfrm>
            <a:custGeom>
              <a:avLst/>
              <a:gdLst/>
              <a:ahLst/>
              <a:cxnLst/>
              <a:rect l="l" t="t" r="r" b="b"/>
              <a:pathLst>
                <a:path w="4271" h="4270" extrusionOk="0">
                  <a:moveTo>
                    <a:pt x="2135" y="0"/>
                  </a:moveTo>
                  <a:cubicBezTo>
                    <a:pt x="968" y="0"/>
                    <a:pt x="0" y="934"/>
                    <a:pt x="0" y="2135"/>
                  </a:cubicBezTo>
                  <a:cubicBezTo>
                    <a:pt x="0" y="3302"/>
                    <a:pt x="968" y="4270"/>
                    <a:pt x="2135" y="4270"/>
                  </a:cubicBezTo>
                  <a:cubicBezTo>
                    <a:pt x="3336" y="4270"/>
                    <a:pt x="4270" y="3302"/>
                    <a:pt x="4270" y="2135"/>
                  </a:cubicBezTo>
                  <a:cubicBezTo>
                    <a:pt x="4270" y="934"/>
                    <a:pt x="3336" y="0"/>
                    <a:pt x="2135" y="0"/>
                  </a:cubicBezTo>
                  <a:close/>
                </a:path>
              </a:pathLst>
            </a:custGeom>
            <a:solidFill>
              <a:srgbClr val="B6BA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2"/>
            <p:cNvSpPr/>
            <p:nvPr/>
          </p:nvSpPr>
          <p:spPr>
            <a:xfrm>
              <a:off x="7980175" y="3096250"/>
              <a:ext cx="87600" cy="88400"/>
            </a:xfrm>
            <a:custGeom>
              <a:avLst/>
              <a:gdLst/>
              <a:ahLst/>
              <a:cxnLst/>
              <a:rect l="l" t="t" r="r" b="b"/>
              <a:pathLst>
                <a:path w="3504" h="3536" extrusionOk="0">
                  <a:moveTo>
                    <a:pt x="1735" y="0"/>
                  </a:moveTo>
                  <a:cubicBezTo>
                    <a:pt x="768" y="0"/>
                    <a:pt x="1" y="801"/>
                    <a:pt x="1" y="1768"/>
                  </a:cubicBezTo>
                  <a:cubicBezTo>
                    <a:pt x="1" y="2735"/>
                    <a:pt x="768" y="3536"/>
                    <a:pt x="1735" y="3536"/>
                  </a:cubicBezTo>
                  <a:cubicBezTo>
                    <a:pt x="2703" y="3536"/>
                    <a:pt x="3503" y="2735"/>
                    <a:pt x="3503" y="1768"/>
                  </a:cubicBezTo>
                  <a:cubicBezTo>
                    <a:pt x="3503" y="801"/>
                    <a:pt x="2703" y="0"/>
                    <a:pt x="1735" y="0"/>
                  </a:cubicBezTo>
                  <a:close/>
                </a:path>
              </a:pathLst>
            </a:custGeom>
            <a:solidFill>
              <a:srgbClr val="D0D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2"/>
            <p:cNvSpPr/>
            <p:nvPr/>
          </p:nvSpPr>
          <p:spPr>
            <a:xfrm>
              <a:off x="7980175" y="3139600"/>
              <a:ext cx="87600" cy="45050"/>
            </a:xfrm>
            <a:custGeom>
              <a:avLst/>
              <a:gdLst/>
              <a:ahLst/>
              <a:cxnLst/>
              <a:rect l="l" t="t" r="r" b="b"/>
              <a:pathLst>
                <a:path w="3504" h="1802" extrusionOk="0">
                  <a:moveTo>
                    <a:pt x="1" y="1"/>
                  </a:moveTo>
                  <a:cubicBezTo>
                    <a:pt x="1" y="1"/>
                    <a:pt x="1" y="34"/>
                    <a:pt x="1" y="34"/>
                  </a:cubicBezTo>
                  <a:cubicBezTo>
                    <a:pt x="1" y="1001"/>
                    <a:pt x="768" y="1802"/>
                    <a:pt x="1735" y="1802"/>
                  </a:cubicBezTo>
                  <a:cubicBezTo>
                    <a:pt x="2703" y="1802"/>
                    <a:pt x="3503" y="1001"/>
                    <a:pt x="3503" y="34"/>
                  </a:cubicBezTo>
                  <a:cubicBezTo>
                    <a:pt x="3503" y="34"/>
                    <a:pt x="3503" y="34"/>
                    <a:pt x="3503" y="1"/>
                  </a:cubicBezTo>
                  <a:cubicBezTo>
                    <a:pt x="3503" y="968"/>
                    <a:pt x="2703" y="1735"/>
                    <a:pt x="1735" y="1735"/>
                  </a:cubicBezTo>
                  <a:cubicBezTo>
                    <a:pt x="768" y="1735"/>
                    <a:pt x="1" y="968"/>
                    <a:pt x="1" y="1"/>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2"/>
            <p:cNvSpPr/>
            <p:nvPr/>
          </p:nvSpPr>
          <p:spPr>
            <a:xfrm>
              <a:off x="7631600" y="2647575"/>
              <a:ext cx="102600" cy="30900"/>
            </a:xfrm>
            <a:custGeom>
              <a:avLst/>
              <a:gdLst/>
              <a:ahLst/>
              <a:cxnLst/>
              <a:rect l="l" t="t" r="r" b="b"/>
              <a:pathLst>
                <a:path w="4104" h="1236" extrusionOk="0">
                  <a:moveTo>
                    <a:pt x="634" y="1"/>
                  </a:moveTo>
                  <a:cubicBezTo>
                    <a:pt x="301" y="1"/>
                    <a:pt x="0" y="268"/>
                    <a:pt x="0" y="601"/>
                  </a:cubicBezTo>
                  <a:cubicBezTo>
                    <a:pt x="0"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2"/>
            <p:cNvSpPr/>
            <p:nvPr/>
          </p:nvSpPr>
          <p:spPr>
            <a:xfrm>
              <a:off x="7753350" y="2647575"/>
              <a:ext cx="102600" cy="30900"/>
            </a:xfrm>
            <a:custGeom>
              <a:avLst/>
              <a:gdLst/>
              <a:ahLst/>
              <a:cxnLst/>
              <a:rect l="l" t="t" r="r" b="b"/>
              <a:pathLst>
                <a:path w="4104" h="1236" extrusionOk="0">
                  <a:moveTo>
                    <a:pt x="634" y="1"/>
                  </a:moveTo>
                  <a:cubicBezTo>
                    <a:pt x="301" y="1"/>
                    <a:pt x="1" y="268"/>
                    <a:pt x="1" y="601"/>
                  </a:cubicBezTo>
                  <a:cubicBezTo>
                    <a:pt x="1"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2"/>
            <p:cNvSpPr/>
            <p:nvPr/>
          </p:nvSpPr>
          <p:spPr>
            <a:xfrm>
              <a:off x="7478150" y="2827700"/>
              <a:ext cx="664675" cy="30900"/>
            </a:xfrm>
            <a:custGeom>
              <a:avLst/>
              <a:gdLst/>
              <a:ahLst/>
              <a:cxnLst/>
              <a:rect l="l" t="t" r="r" b="b"/>
              <a:pathLst>
                <a:path w="26587" h="1236" extrusionOk="0">
                  <a:moveTo>
                    <a:pt x="634" y="1"/>
                  </a:moveTo>
                  <a:cubicBezTo>
                    <a:pt x="301" y="1"/>
                    <a:pt x="1" y="268"/>
                    <a:pt x="1" y="601"/>
                  </a:cubicBezTo>
                  <a:cubicBezTo>
                    <a:pt x="1" y="968"/>
                    <a:pt x="301" y="1235"/>
                    <a:pt x="634" y="1235"/>
                  </a:cubicBezTo>
                  <a:lnTo>
                    <a:pt x="25953" y="1235"/>
                  </a:lnTo>
                  <a:cubicBezTo>
                    <a:pt x="26286" y="1235"/>
                    <a:pt x="26586" y="968"/>
                    <a:pt x="26586" y="601"/>
                  </a:cubicBezTo>
                  <a:cubicBezTo>
                    <a:pt x="26586" y="268"/>
                    <a:pt x="26286" y="1"/>
                    <a:pt x="25953" y="1"/>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2"/>
            <p:cNvSpPr/>
            <p:nvPr/>
          </p:nvSpPr>
          <p:spPr>
            <a:xfrm>
              <a:off x="7977675" y="2891100"/>
              <a:ext cx="130125" cy="31700"/>
            </a:xfrm>
            <a:custGeom>
              <a:avLst/>
              <a:gdLst/>
              <a:ahLst/>
              <a:cxnLst/>
              <a:rect l="l" t="t" r="r" b="b"/>
              <a:pathLst>
                <a:path w="5205" h="1268" extrusionOk="0">
                  <a:moveTo>
                    <a:pt x="634" y="0"/>
                  </a:moveTo>
                  <a:cubicBezTo>
                    <a:pt x="267" y="0"/>
                    <a:pt x="1" y="300"/>
                    <a:pt x="1" y="634"/>
                  </a:cubicBezTo>
                  <a:cubicBezTo>
                    <a:pt x="1" y="1001"/>
                    <a:pt x="267" y="1268"/>
                    <a:pt x="634" y="1268"/>
                  </a:cubicBezTo>
                  <a:lnTo>
                    <a:pt x="4571" y="1268"/>
                  </a:lnTo>
                  <a:cubicBezTo>
                    <a:pt x="4937" y="1268"/>
                    <a:pt x="5204" y="1001"/>
                    <a:pt x="5204" y="634"/>
                  </a:cubicBezTo>
                  <a:cubicBezTo>
                    <a:pt x="5204" y="300"/>
                    <a:pt x="4937" y="0"/>
                    <a:pt x="4571"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2"/>
            <p:cNvSpPr/>
            <p:nvPr/>
          </p:nvSpPr>
          <p:spPr>
            <a:xfrm>
              <a:off x="7840925" y="2891100"/>
              <a:ext cx="117600" cy="31700"/>
            </a:xfrm>
            <a:custGeom>
              <a:avLst/>
              <a:gdLst/>
              <a:ahLst/>
              <a:cxnLst/>
              <a:rect l="l" t="t" r="r" b="b"/>
              <a:pathLst>
                <a:path w="4704" h="1268" extrusionOk="0">
                  <a:moveTo>
                    <a:pt x="634" y="0"/>
                  </a:moveTo>
                  <a:cubicBezTo>
                    <a:pt x="300" y="0"/>
                    <a:pt x="0" y="300"/>
                    <a:pt x="0" y="634"/>
                  </a:cubicBezTo>
                  <a:cubicBezTo>
                    <a:pt x="0" y="1001"/>
                    <a:pt x="300" y="1268"/>
                    <a:pt x="634" y="1268"/>
                  </a:cubicBezTo>
                  <a:lnTo>
                    <a:pt x="4070" y="1268"/>
                  </a:lnTo>
                  <a:cubicBezTo>
                    <a:pt x="4437" y="1268"/>
                    <a:pt x="4703" y="1001"/>
                    <a:pt x="4703" y="634"/>
                  </a:cubicBezTo>
                  <a:cubicBezTo>
                    <a:pt x="4703" y="300"/>
                    <a:pt x="4403" y="0"/>
                    <a:pt x="4070"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2"/>
            <p:cNvSpPr/>
            <p:nvPr/>
          </p:nvSpPr>
          <p:spPr>
            <a:xfrm>
              <a:off x="7735850" y="2445775"/>
              <a:ext cx="619625" cy="520400"/>
            </a:xfrm>
            <a:custGeom>
              <a:avLst/>
              <a:gdLst/>
              <a:ahLst/>
              <a:cxnLst/>
              <a:rect l="l" t="t" r="r" b="b"/>
              <a:pathLst>
                <a:path w="24785" h="20816" extrusionOk="0">
                  <a:moveTo>
                    <a:pt x="20815" y="0"/>
                  </a:moveTo>
                  <a:lnTo>
                    <a:pt x="0" y="20815"/>
                  </a:lnTo>
                  <a:lnTo>
                    <a:pt x="4303" y="20815"/>
                  </a:lnTo>
                  <a:lnTo>
                    <a:pt x="24584" y="534"/>
                  </a:lnTo>
                  <a:lnTo>
                    <a:pt x="24784" y="0"/>
                  </a:lnTo>
                  <a:close/>
                </a:path>
              </a:pathLst>
            </a:custGeom>
            <a:solidFill>
              <a:srgbClr val="E1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2"/>
            <p:cNvSpPr/>
            <p:nvPr/>
          </p:nvSpPr>
          <p:spPr>
            <a:xfrm>
              <a:off x="7435625" y="1671050"/>
              <a:ext cx="1062450" cy="1653700"/>
            </a:xfrm>
            <a:custGeom>
              <a:avLst/>
              <a:gdLst/>
              <a:ahLst/>
              <a:cxnLst/>
              <a:rect l="l" t="t" r="r" b="b"/>
              <a:pathLst>
                <a:path w="42498" h="66148" extrusionOk="0">
                  <a:moveTo>
                    <a:pt x="2169" y="1"/>
                  </a:moveTo>
                  <a:cubicBezTo>
                    <a:pt x="968" y="1"/>
                    <a:pt x="0" y="968"/>
                    <a:pt x="0" y="2169"/>
                  </a:cubicBezTo>
                  <a:lnTo>
                    <a:pt x="0" y="63980"/>
                  </a:lnTo>
                  <a:cubicBezTo>
                    <a:pt x="0" y="65181"/>
                    <a:pt x="968" y="66148"/>
                    <a:pt x="2169" y="66148"/>
                  </a:cubicBezTo>
                  <a:lnTo>
                    <a:pt x="40329" y="66148"/>
                  </a:lnTo>
                  <a:cubicBezTo>
                    <a:pt x="41530" y="66148"/>
                    <a:pt x="42497" y="65181"/>
                    <a:pt x="42497" y="63980"/>
                  </a:cubicBezTo>
                  <a:lnTo>
                    <a:pt x="42497" y="2169"/>
                  </a:lnTo>
                  <a:cubicBezTo>
                    <a:pt x="42497" y="968"/>
                    <a:pt x="41530" y="1"/>
                    <a:pt x="403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2"/>
            <p:cNvSpPr/>
            <p:nvPr/>
          </p:nvSpPr>
          <p:spPr>
            <a:xfrm>
              <a:off x="7435625" y="1671050"/>
              <a:ext cx="1062450" cy="150125"/>
            </a:xfrm>
            <a:custGeom>
              <a:avLst/>
              <a:gdLst/>
              <a:ahLst/>
              <a:cxnLst/>
              <a:rect l="l" t="t" r="r" b="b"/>
              <a:pathLst>
                <a:path w="42498" h="6005" extrusionOk="0">
                  <a:moveTo>
                    <a:pt x="1635" y="1"/>
                  </a:moveTo>
                  <a:cubicBezTo>
                    <a:pt x="734" y="1"/>
                    <a:pt x="0" y="734"/>
                    <a:pt x="0" y="1635"/>
                  </a:cubicBezTo>
                  <a:lnTo>
                    <a:pt x="0" y="6005"/>
                  </a:lnTo>
                  <a:lnTo>
                    <a:pt x="42497" y="6005"/>
                  </a:lnTo>
                  <a:lnTo>
                    <a:pt x="42497" y="1635"/>
                  </a:lnTo>
                  <a:cubicBezTo>
                    <a:pt x="42497" y="734"/>
                    <a:pt x="41764" y="1"/>
                    <a:pt x="408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2"/>
            <p:cNvSpPr/>
            <p:nvPr/>
          </p:nvSpPr>
          <p:spPr>
            <a:xfrm>
              <a:off x="7493175" y="1866200"/>
              <a:ext cx="949850" cy="1409350"/>
            </a:xfrm>
            <a:custGeom>
              <a:avLst/>
              <a:gdLst/>
              <a:ahLst/>
              <a:cxnLst/>
              <a:rect l="l" t="t" r="r" b="b"/>
              <a:pathLst>
                <a:path w="37994" h="56374" extrusionOk="0">
                  <a:moveTo>
                    <a:pt x="36259" y="56374"/>
                  </a:moveTo>
                  <a:lnTo>
                    <a:pt x="1768" y="56374"/>
                  </a:lnTo>
                  <a:cubicBezTo>
                    <a:pt x="801" y="56374"/>
                    <a:pt x="0" y="55607"/>
                    <a:pt x="0" y="54639"/>
                  </a:cubicBezTo>
                  <a:lnTo>
                    <a:pt x="0" y="1735"/>
                  </a:lnTo>
                  <a:cubicBezTo>
                    <a:pt x="0" y="767"/>
                    <a:pt x="801" y="0"/>
                    <a:pt x="1768" y="0"/>
                  </a:cubicBezTo>
                  <a:lnTo>
                    <a:pt x="36259" y="0"/>
                  </a:lnTo>
                  <a:cubicBezTo>
                    <a:pt x="37227" y="0"/>
                    <a:pt x="37994" y="767"/>
                    <a:pt x="37994" y="1735"/>
                  </a:cubicBezTo>
                  <a:lnTo>
                    <a:pt x="37994" y="54639"/>
                  </a:lnTo>
                  <a:cubicBezTo>
                    <a:pt x="37994" y="55607"/>
                    <a:pt x="37227" y="56374"/>
                    <a:pt x="36259" y="56374"/>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2"/>
            <p:cNvSpPr/>
            <p:nvPr/>
          </p:nvSpPr>
          <p:spPr>
            <a:xfrm>
              <a:off x="7725000" y="1721075"/>
              <a:ext cx="50900" cy="25900"/>
            </a:xfrm>
            <a:custGeom>
              <a:avLst/>
              <a:gdLst/>
              <a:ahLst/>
              <a:cxnLst/>
              <a:rect l="l" t="t" r="r" b="b"/>
              <a:pathLst>
                <a:path w="2036" h="1036" extrusionOk="0">
                  <a:moveTo>
                    <a:pt x="1001" y="1"/>
                  </a:moveTo>
                  <a:cubicBezTo>
                    <a:pt x="434" y="1"/>
                    <a:pt x="0" y="435"/>
                    <a:pt x="0" y="1002"/>
                  </a:cubicBezTo>
                  <a:lnTo>
                    <a:pt x="0" y="1035"/>
                  </a:lnTo>
                  <a:cubicBezTo>
                    <a:pt x="0" y="468"/>
                    <a:pt x="434" y="1"/>
                    <a:pt x="1001" y="1"/>
                  </a:cubicBezTo>
                  <a:close/>
                  <a:moveTo>
                    <a:pt x="1001" y="1"/>
                  </a:moveTo>
                  <a:cubicBezTo>
                    <a:pt x="1568" y="1"/>
                    <a:pt x="2035" y="468"/>
                    <a:pt x="2035" y="1035"/>
                  </a:cubicBezTo>
                  <a:lnTo>
                    <a:pt x="2035" y="1002"/>
                  </a:lnTo>
                  <a:cubicBezTo>
                    <a:pt x="2035" y="435"/>
                    <a:pt x="1568" y="1"/>
                    <a:pt x="1001" y="1"/>
                  </a:cubicBezTo>
                  <a:close/>
                </a:path>
              </a:pathLst>
            </a:custGeom>
            <a:solidFill>
              <a:srgbClr val="84FA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2"/>
            <p:cNvSpPr/>
            <p:nvPr/>
          </p:nvSpPr>
          <p:spPr>
            <a:xfrm>
              <a:off x="7539025" y="2031300"/>
              <a:ext cx="674675" cy="15875"/>
            </a:xfrm>
            <a:custGeom>
              <a:avLst/>
              <a:gdLst/>
              <a:ahLst/>
              <a:cxnLst/>
              <a:rect l="l" t="t" r="r" b="b"/>
              <a:pathLst>
                <a:path w="26987" h="635" extrusionOk="0">
                  <a:moveTo>
                    <a:pt x="334" y="1"/>
                  </a:moveTo>
                  <a:cubicBezTo>
                    <a:pt x="134" y="1"/>
                    <a:pt x="1" y="134"/>
                    <a:pt x="1" y="301"/>
                  </a:cubicBezTo>
                  <a:cubicBezTo>
                    <a:pt x="1" y="501"/>
                    <a:pt x="134" y="635"/>
                    <a:pt x="334" y="635"/>
                  </a:cubicBezTo>
                  <a:lnTo>
                    <a:pt x="26686" y="635"/>
                  </a:lnTo>
                  <a:cubicBezTo>
                    <a:pt x="26853" y="635"/>
                    <a:pt x="26987" y="501"/>
                    <a:pt x="26987" y="301"/>
                  </a:cubicBezTo>
                  <a:cubicBezTo>
                    <a:pt x="26987" y="134"/>
                    <a:pt x="26853" y="1"/>
                    <a:pt x="2668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2"/>
            <p:cNvSpPr/>
            <p:nvPr/>
          </p:nvSpPr>
          <p:spPr>
            <a:xfrm>
              <a:off x="8255375" y="2031300"/>
              <a:ext cx="65075" cy="15875"/>
            </a:xfrm>
            <a:custGeom>
              <a:avLst/>
              <a:gdLst/>
              <a:ahLst/>
              <a:cxnLst/>
              <a:rect l="l" t="t" r="r" b="b"/>
              <a:pathLst>
                <a:path w="2603" h="635" extrusionOk="0">
                  <a:moveTo>
                    <a:pt x="301" y="1"/>
                  </a:moveTo>
                  <a:cubicBezTo>
                    <a:pt x="134" y="1"/>
                    <a:pt x="1" y="134"/>
                    <a:pt x="1" y="301"/>
                  </a:cubicBezTo>
                  <a:cubicBezTo>
                    <a:pt x="1" y="501"/>
                    <a:pt x="134" y="635"/>
                    <a:pt x="301" y="635"/>
                  </a:cubicBezTo>
                  <a:lnTo>
                    <a:pt x="2269" y="635"/>
                  </a:lnTo>
                  <a:cubicBezTo>
                    <a:pt x="2436" y="635"/>
                    <a:pt x="2602" y="501"/>
                    <a:pt x="2602" y="301"/>
                  </a:cubicBezTo>
                  <a:cubicBezTo>
                    <a:pt x="2602" y="134"/>
                    <a:pt x="2436" y="1"/>
                    <a:pt x="2269"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2"/>
            <p:cNvSpPr/>
            <p:nvPr/>
          </p:nvSpPr>
          <p:spPr>
            <a:xfrm>
              <a:off x="8345450" y="2031300"/>
              <a:ext cx="52550" cy="15875"/>
            </a:xfrm>
            <a:custGeom>
              <a:avLst/>
              <a:gdLst/>
              <a:ahLst/>
              <a:cxnLst/>
              <a:rect l="l" t="t" r="r" b="b"/>
              <a:pathLst>
                <a:path w="2102" h="635" extrusionOk="0">
                  <a:moveTo>
                    <a:pt x="300" y="1"/>
                  </a:moveTo>
                  <a:cubicBezTo>
                    <a:pt x="134" y="1"/>
                    <a:pt x="0" y="134"/>
                    <a:pt x="0" y="301"/>
                  </a:cubicBezTo>
                  <a:cubicBezTo>
                    <a:pt x="0" y="501"/>
                    <a:pt x="134" y="635"/>
                    <a:pt x="300" y="635"/>
                  </a:cubicBezTo>
                  <a:lnTo>
                    <a:pt x="1768" y="635"/>
                  </a:lnTo>
                  <a:cubicBezTo>
                    <a:pt x="1968" y="635"/>
                    <a:pt x="2102" y="501"/>
                    <a:pt x="2102" y="301"/>
                  </a:cubicBezTo>
                  <a:cubicBezTo>
                    <a:pt x="2102" y="134"/>
                    <a:pt x="1968"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2"/>
            <p:cNvSpPr/>
            <p:nvPr/>
          </p:nvSpPr>
          <p:spPr>
            <a:xfrm>
              <a:off x="7539025" y="2105525"/>
              <a:ext cx="386150" cy="15875"/>
            </a:xfrm>
            <a:custGeom>
              <a:avLst/>
              <a:gdLst/>
              <a:ahLst/>
              <a:cxnLst/>
              <a:rect l="l" t="t" r="r" b="b"/>
              <a:pathLst>
                <a:path w="15446" h="635" extrusionOk="0">
                  <a:moveTo>
                    <a:pt x="334" y="1"/>
                  </a:moveTo>
                  <a:cubicBezTo>
                    <a:pt x="134" y="1"/>
                    <a:pt x="1" y="134"/>
                    <a:pt x="1" y="334"/>
                  </a:cubicBezTo>
                  <a:cubicBezTo>
                    <a:pt x="1" y="501"/>
                    <a:pt x="134" y="634"/>
                    <a:pt x="334" y="634"/>
                  </a:cubicBezTo>
                  <a:lnTo>
                    <a:pt x="15112" y="634"/>
                  </a:lnTo>
                  <a:cubicBezTo>
                    <a:pt x="15312" y="634"/>
                    <a:pt x="15445" y="501"/>
                    <a:pt x="15445" y="334"/>
                  </a:cubicBezTo>
                  <a:cubicBezTo>
                    <a:pt x="15445" y="134"/>
                    <a:pt x="15312" y="1"/>
                    <a:pt x="15112"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2"/>
            <p:cNvSpPr/>
            <p:nvPr/>
          </p:nvSpPr>
          <p:spPr>
            <a:xfrm>
              <a:off x="7931800" y="2105525"/>
              <a:ext cx="121800" cy="15875"/>
            </a:xfrm>
            <a:custGeom>
              <a:avLst/>
              <a:gdLst/>
              <a:ahLst/>
              <a:cxnLst/>
              <a:rect l="l" t="t" r="r" b="b"/>
              <a:pathLst>
                <a:path w="4872" h="635" extrusionOk="0">
                  <a:moveTo>
                    <a:pt x="301" y="1"/>
                  </a:moveTo>
                  <a:cubicBezTo>
                    <a:pt x="134" y="1"/>
                    <a:pt x="1" y="134"/>
                    <a:pt x="1" y="334"/>
                  </a:cubicBezTo>
                  <a:cubicBezTo>
                    <a:pt x="1" y="501"/>
                    <a:pt x="134" y="634"/>
                    <a:pt x="301" y="634"/>
                  </a:cubicBezTo>
                  <a:lnTo>
                    <a:pt x="4571" y="634"/>
                  </a:lnTo>
                  <a:cubicBezTo>
                    <a:pt x="4738" y="634"/>
                    <a:pt x="4871" y="501"/>
                    <a:pt x="4871" y="334"/>
                  </a:cubicBezTo>
                  <a:cubicBezTo>
                    <a:pt x="4871" y="134"/>
                    <a:pt x="4738" y="1"/>
                    <a:pt x="4571"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2"/>
            <p:cNvSpPr/>
            <p:nvPr/>
          </p:nvSpPr>
          <p:spPr>
            <a:xfrm>
              <a:off x="7971850" y="2148050"/>
              <a:ext cx="81750" cy="16700"/>
            </a:xfrm>
            <a:custGeom>
              <a:avLst/>
              <a:gdLst/>
              <a:ahLst/>
              <a:cxnLst/>
              <a:rect l="l" t="t" r="r" b="b"/>
              <a:pathLst>
                <a:path w="3270" h="668" extrusionOk="0">
                  <a:moveTo>
                    <a:pt x="334" y="1"/>
                  </a:moveTo>
                  <a:cubicBezTo>
                    <a:pt x="134" y="1"/>
                    <a:pt x="0" y="168"/>
                    <a:pt x="0" y="334"/>
                  </a:cubicBezTo>
                  <a:cubicBezTo>
                    <a:pt x="0" y="535"/>
                    <a:pt x="134" y="668"/>
                    <a:pt x="334" y="668"/>
                  </a:cubicBezTo>
                  <a:lnTo>
                    <a:pt x="2969" y="668"/>
                  </a:lnTo>
                  <a:cubicBezTo>
                    <a:pt x="3136" y="668"/>
                    <a:pt x="3269" y="501"/>
                    <a:pt x="3269" y="334"/>
                  </a:cubicBezTo>
                  <a:cubicBezTo>
                    <a:pt x="3269" y="168"/>
                    <a:pt x="3136" y="1"/>
                    <a:pt x="296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2"/>
            <p:cNvSpPr/>
            <p:nvPr/>
          </p:nvSpPr>
          <p:spPr>
            <a:xfrm>
              <a:off x="7931800" y="2148050"/>
              <a:ext cx="24225" cy="16700"/>
            </a:xfrm>
            <a:custGeom>
              <a:avLst/>
              <a:gdLst/>
              <a:ahLst/>
              <a:cxnLst/>
              <a:rect l="l" t="t" r="r" b="b"/>
              <a:pathLst>
                <a:path w="969" h="668" extrusionOk="0">
                  <a:moveTo>
                    <a:pt x="335" y="1"/>
                  </a:moveTo>
                  <a:cubicBezTo>
                    <a:pt x="168" y="1"/>
                    <a:pt x="1" y="168"/>
                    <a:pt x="1" y="334"/>
                  </a:cubicBezTo>
                  <a:cubicBezTo>
                    <a:pt x="1" y="535"/>
                    <a:pt x="168" y="668"/>
                    <a:pt x="335" y="668"/>
                  </a:cubicBezTo>
                  <a:lnTo>
                    <a:pt x="635" y="668"/>
                  </a:lnTo>
                  <a:cubicBezTo>
                    <a:pt x="802" y="668"/>
                    <a:pt x="968" y="501"/>
                    <a:pt x="968" y="334"/>
                  </a:cubicBezTo>
                  <a:cubicBezTo>
                    <a:pt x="968" y="168"/>
                    <a:pt x="835" y="1"/>
                    <a:pt x="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2"/>
            <p:cNvSpPr/>
            <p:nvPr/>
          </p:nvSpPr>
          <p:spPr>
            <a:xfrm>
              <a:off x="7835900" y="2148050"/>
              <a:ext cx="73425" cy="16700"/>
            </a:xfrm>
            <a:custGeom>
              <a:avLst/>
              <a:gdLst/>
              <a:ahLst/>
              <a:cxnLst/>
              <a:rect l="l" t="t" r="r" b="b"/>
              <a:pathLst>
                <a:path w="2937" h="668" extrusionOk="0">
                  <a:moveTo>
                    <a:pt x="301" y="1"/>
                  </a:moveTo>
                  <a:cubicBezTo>
                    <a:pt x="134" y="1"/>
                    <a:pt x="1" y="168"/>
                    <a:pt x="1" y="334"/>
                  </a:cubicBezTo>
                  <a:cubicBezTo>
                    <a:pt x="1" y="535"/>
                    <a:pt x="134" y="668"/>
                    <a:pt x="301" y="668"/>
                  </a:cubicBezTo>
                  <a:lnTo>
                    <a:pt x="2636" y="668"/>
                  </a:lnTo>
                  <a:cubicBezTo>
                    <a:pt x="2803" y="668"/>
                    <a:pt x="2936" y="501"/>
                    <a:pt x="2936" y="334"/>
                  </a:cubicBezTo>
                  <a:cubicBezTo>
                    <a:pt x="2936"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2"/>
            <p:cNvSpPr/>
            <p:nvPr/>
          </p:nvSpPr>
          <p:spPr>
            <a:xfrm>
              <a:off x="7731675" y="2148050"/>
              <a:ext cx="74250" cy="16700"/>
            </a:xfrm>
            <a:custGeom>
              <a:avLst/>
              <a:gdLst/>
              <a:ahLst/>
              <a:cxnLst/>
              <a:rect l="l" t="t" r="r" b="b"/>
              <a:pathLst>
                <a:path w="2970" h="668" extrusionOk="0">
                  <a:moveTo>
                    <a:pt x="300" y="1"/>
                  </a:moveTo>
                  <a:cubicBezTo>
                    <a:pt x="134" y="1"/>
                    <a:pt x="0" y="168"/>
                    <a:pt x="0" y="334"/>
                  </a:cubicBezTo>
                  <a:cubicBezTo>
                    <a:pt x="0" y="535"/>
                    <a:pt x="134" y="668"/>
                    <a:pt x="300" y="668"/>
                  </a:cubicBezTo>
                  <a:lnTo>
                    <a:pt x="2635" y="668"/>
                  </a:lnTo>
                  <a:cubicBezTo>
                    <a:pt x="2802" y="668"/>
                    <a:pt x="2969" y="501"/>
                    <a:pt x="2936" y="334"/>
                  </a:cubicBezTo>
                  <a:cubicBezTo>
                    <a:pt x="2936" y="168"/>
                    <a:pt x="2802" y="1"/>
                    <a:pt x="2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2"/>
            <p:cNvSpPr/>
            <p:nvPr/>
          </p:nvSpPr>
          <p:spPr>
            <a:xfrm>
              <a:off x="7627425" y="2148050"/>
              <a:ext cx="74250" cy="16700"/>
            </a:xfrm>
            <a:custGeom>
              <a:avLst/>
              <a:gdLst/>
              <a:ahLst/>
              <a:cxnLst/>
              <a:rect l="l" t="t" r="r" b="b"/>
              <a:pathLst>
                <a:path w="2970" h="668" extrusionOk="0">
                  <a:moveTo>
                    <a:pt x="301" y="1"/>
                  </a:moveTo>
                  <a:cubicBezTo>
                    <a:pt x="134" y="1"/>
                    <a:pt x="1" y="168"/>
                    <a:pt x="1" y="334"/>
                  </a:cubicBezTo>
                  <a:cubicBezTo>
                    <a:pt x="1" y="535"/>
                    <a:pt x="134" y="668"/>
                    <a:pt x="301" y="668"/>
                  </a:cubicBezTo>
                  <a:lnTo>
                    <a:pt x="2636" y="668"/>
                  </a:lnTo>
                  <a:cubicBezTo>
                    <a:pt x="2803" y="668"/>
                    <a:pt x="2969" y="501"/>
                    <a:pt x="2969" y="334"/>
                  </a:cubicBezTo>
                  <a:cubicBezTo>
                    <a:pt x="2969"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2"/>
            <p:cNvSpPr/>
            <p:nvPr/>
          </p:nvSpPr>
          <p:spPr>
            <a:xfrm>
              <a:off x="7627425" y="2200600"/>
              <a:ext cx="626300" cy="15875"/>
            </a:xfrm>
            <a:custGeom>
              <a:avLst/>
              <a:gdLst/>
              <a:ahLst/>
              <a:cxnLst/>
              <a:rect l="l" t="t" r="r" b="b"/>
              <a:pathLst>
                <a:path w="25052" h="635" extrusionOk="0">
                  <a:moveTo>
                    <a:pt x="301" y="0"/>
                  </a:moveTo>
                  <a:cubicBezTo>
                    <a:pt x="134" y="0"/>
                    <a:pt x="1" y="134"/>
                    <a:pt x="1" y="334"/>
                  </a:cubicBezTo>
                  <a:cubicBezTo>
                    <a:pt x="1" y="501"/>
                    <a:pt x="134" y="634"/>
                    <a:pt x="301" y="634"/>
                  </a:cubicBezTo>
                  <a:lnTo>
                    <a:pt x="24718" y="634"/>
                  </a:lnTo>
                  <a:cubicBezTo>
                    <a:pt x="24885" y="634"/>
                    <a:pt x="25052" y="501"/>
                    <a:pt x="25018" y="334"/>
                  </a:cubicBezTo>
                  <a:cubicBezTo>
                    <a:pt x="25018" y="134"/>
                    <a:pt x="24885" y="0"/>
                    <a:pt x="247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2"/>
            <p:cNvSpPr/>
            <p:nvPr/>
          </p:nvSpPr>
          <p:spPr>
            <a:xfrm>
              <a:off x="7539025" y="2148050"/>
              <a:ext cx="37550" cy="16700"/>
            </a:xfrm>
            <a:custGeom>
              <a:avLst/>
              <a:gdLst/>
              <a:ahLst/>
              <a:cxnLst/>
              <a:rect l="l" t="t" r="r" b="b"/>
              <a:pathLst>
                <a:path w="1502" h="668" extrusionOk="0">
                  <a:moveTo>
                    <a:pt x="334" y="1"/>
                  </a:moveTo>
                  <a:cubicBezTo>
                    <a:pt x="134" y="1"/>
                    <a:pt x="1" y="168"/>
                    <a:pt x="1" y="334"/>
                  </a:cubicBezTo>
                  <a:cubicBezTo>
                    <a:pt x="1" y="535"/>
                    <a:pt x="134" y="668"/>
                    <a:pt x="334" y="668"/>
                  </a:cubicBezTo>
                  <a:lnTo>
                    <a:pt x="1168" y="668"/>
                  </a:lnTo>
                  <a:cubicBezTo>
                    <a:pt x="1335" y="668"/>
                    <a:pt x="1502" y="501"/>
                    <a:pt x="1468" y="334"/>
                  </a:cubicBezTo>
                  <a:cubicBezTo>
                    <a:pt x="1468" y="168"/>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2"/>
            <p:cNvSpPr/>
            <p:nvPr/>
          </p:nvSpPr>
          <p:spPr>
            <a:xfrm>
              <a:off x="7539025" y="2200600"/>
              <a:ext cx="37550" cy="15875"/>
            </a:xfrm>
            <a:custGeom>
              <a:avLst/>
              <a:gdLst/>
              <a:ahLst/>
              <a:cxnLst/>
              <a:rect l="l" t="t" r="r" b="b"/>
              <a:pathLst>
                <a:path w="1502" h="635" extrusionOk="0">
                  <a:moveTo>
                    <a:pt x="334" y="0"/>
                  </a:moveTo>
                  <a:cubicBezTo>
                    <a:pt x="134" y="0"/>
                    <a:pt x="1" y="134"/>
                    <a:pt x="1" y="334"/>
                  </a:cubicBezTo>
                  <a:cubicBezTo>
                    <a:pt x="1" y="501"/>
                    <a:pt x="134" y="634"/>
                    <a:pt x="334" y="634"/>
                  </a:cubicBezTo>
                  <a:lnTo>
                    <a:pt x="1168" y="634"/>
                  </a:lnTo>
                  <a:cubicBezTo>
                    <a:pt x="1335" y="634"/>
                    <a:pt x="1502" y="501"/>
                    <a:pt x="1468" y="334"/>
                  </a:cubicBezTo>
                  <a:cubicBezTo>
                    <a:pt x="1468" y="134"/>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2"/>
            <p:cNvSpPr/>
            <p:nvPr/>
          </p:nvSpPr>
          <p:spPr>
            <a:xfrm>
              <a:off x="7539025" y="2252300"/>
              <a:ext cx="37550" cy="16700"/>
            </a:xfrm>
            <a:custGeom>
              <a:avLst/>
              <a:gdLst/>
              <a:ahLst/>
              <a:cxnLst/>
              <a:rect l="l" t="t" r="r" b="b"/>
              <a:pathLst>
                <a:path w="1502" h="668" extrusionOk="0">
                  <a:moveTo>
                    <a:pt x="334" y="1"/>
                  </a:moveTo>
                  <a:cubicBezTo>
                    <a:pt x="134" y="1"/>
                    <a:pt x="1" y="167"/>
                    <a:pt x="1" y="334"/>
                  </a:cubicBezTo>
                  <a:cubicBezTo>
                    <a:pt x="1" y="501"/>
                    <a:pt x="134" y="668"/>
                    <a:pt x="334" y="668"/>
                  </a:cubicBezTo>
                  <a:lnTo>
                    <a:pt x="1168" y="668"/>
                  </a:lnTo>
                  <a:cubicBezTo>
                    <a:pt x="1335" y="668"/>
                    <a:pt x="1502" y="501"/>
                    <a:pt x="1468" y="334"/>
                  </a:cubicBezTo>
                  <a:cubicBezTo>
                    <a:pt x="1468" y="167"/>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2"/>
            <p:cNvSpPr/>
            <p:nvPr/>
          </p:nvSpPr>
          <p:spPr>
            <a:xfrm>
              <a:off x="7539025" y="2304850"/>
              <a:ext cx="37550" cy="15850"/>
            </a:xfrm>
            <a:custGeom>
              <a:avLst/>
              <a:gdLst/>
              <a:ahLst/>
              <a:cxnLst/>
              <a:rect l="l" t="t" r="r" b="b"/>
              <a:pathLst>
                <a:path w="1502" h="634" extrusionOk="0">
                  <a:moveTo>
                    <a:pt x="334" y="0"/>
                  </a:moveTo>
                  <a:cubicBezTo>
                    <a:pt x="134" y="0"/>
                    <a:pt x="1" y="133"/>
                    <a:pt x="1" y="300"/>
                  </a:cubicBezTo>
                  <a:cubicBezTo>
                    <a:pt x="1" y="500"/>
                    <a:pt x="134" y="634"/>
                    <a:pt x="334" y="634"/>
                  </a:cubicBezTo>
                  <a:lnTo>
                    <a:pt x="1168" y="634"/>
                  </a:lnTo>
                  <a:cubicBezTo>
                    <a:pt x="1335" y="634"/>
                    <a:pt x="1502" y="500"/>
                    <a:pt x="1468" y="300"/>
                  </a:cubicBezTo>
                  <a:cubicBezTo>
                    <a:pt x="1468" y="133"/>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2"/>
            <p:cNvSpPr/>
            <p:nvPr/>
          </p:nvSpPr>
          <p:spPr>
            <a:xfrm>
              <a:off x="8292075" y="2200600"/>
              <a:ext cx="91750" cy="15875"/>
            </a:xfrm>
            <a:custGeom>
              <a:avLst/>
              <a:gdLst/>
              <a:ahLst/>
              <a:cxnLst/>
              <a:rect l="l" t="t" r="r" b="b"/>
              <a:pathLst>
                <a:path w="3670" h="635" extrusionOk="0">
                  <a:moveTo>
                    <a:pt x="300" y="0"/>
                  </a:moveTo>
                  <a:cubicBezTo>
                    <a:pt x="134" y="0"/>
                    <a:pt x="0" y="134"/>
                    <a:pt x="0" y="334"/>
                  </a:cubicBezTo>
                  <a:cubicBezTo>
                    <a:pt x="0" y="501"/>
                    <a:pt x="134" y="634"/>
                    <a:pt x="300" y="634"/>
                  </a:cubicBezTo>
                  <a:lnTo>
                    <a:pt x="3336" y="634"/>
                  </a:lnTo>
                  <a:cubicBezTo>
                    <a:pt x="3503" y="634"/>
                    <a:pt x="3670" y="501"/>
                    <a:pt x="3670" y="334"/>
                  </a:cubicBezTo>
                  <a:cubicBezTo>
                    <a:pt x="3670" y="134"/>
                    <a:pt x="3536" y="0"/>
                    <a:pt x="33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2"/>
            <p:cNvSpPr/>
            <p:nvPr/>
          </p:nvSpPr>
          <p:spPr>
            <a:xfrm>
              <a:off x="7624925" y="2252300"/>
              <a:ext cx="264375" cy="16700"/>
            </a:xfrm>
            <a:custGeom>
              <a:avLst/>
              <a:gdLst/>
              <a:ahLst/>
              <a:cxnLst/>
              <a:rect l="l" t="t" r="r" b="b"/>
              <a:pathLst>
                <a:path w="10575" h="668" extrusionOk="0">
                  <a:moveTo>
                    <a:pt x="334" y="1"/>
                  </a:moveTo>
                  <a:cubicBezTo>
                    <a:pt x="134" y="1"/>
                    <a:pt x="1" y="167"/>
                    <a:pt x="1" y="334"/>
                  </a:cubicBezTo>
                  <a:cubicBezTo>
                    <a:pt x="1" y="501"/>
                    <a:pt x="134" y="668"/>
                    <a:pt x="334" y="668"/>
                  </a:cubicBezTo>
                  <a:lnTo>
                    <a:pt x="10275" y="668"/>
                  </a:lnTo>
                  <a:cubicBezTo>
                    <a:pt x="10441" y="668"/>
                    <a:pt x="10575" y="501"/>
                    <a:pt x="10575" y="334"/>
                  </a:cubicBezTo>
                  <a:cubicBezTo>
                    <a:pt x="10575" y="167"/>
                    <a:pt x="10441" y="1"/>
                    <a:pt x="10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2"/>
            <p:cNvSpPr/>
            <p:nvPr/>
          </p:nvSpPr>
          <p:spPr>
            <a:xfrm>
              <a:off x="7971850" y="2412425"/>
              <a:ext cx="299400" cy="16700"/>
            </a:xfrm>
            <a:custGeom>
              <a:avLst/>
              <a:gdLst/>
              <a:ahLst/>
              <a:cxnLst/>
              <a:rect l="l" t="t" r="r" b="b"/>
              <a:pathLst>
                <a:path w="11976" h="668" extrusionOk="0">
                  <a:moveTo>
                    <a:pt x="300" y="0"/>
                  </a:moveTo>
                  <a:cubicBezTo>
                    <a:pt x="134" y="0"/>
                    <a:pt x="0" y="134"/>
                    <a:pt x="0" y="334"/>
                  </a:cubicBezTo>
                  <a:cubicBezTo>
                    <a:pt x="0" y="500"/>
                    <a:pt x="134" y="667"/>
                    <a:pt x="300" y="667"/>
                  </a:cubicBezTo>
                  <a:lnTo>
                    <a:pt x="11642" y="667"/>
                  </a:lnTo>
                  <a:cubicBezTo>
                    <a:pt x="11842" y="667"/>
                    <a:pt x="11975" y="500"/>
                    <a:pt x="11975" y="334"/>
                  </a:cubicBezTo>
                  <a:cubicBezTo>
                    <a:pt x="11975" y="134"/>
                    <a:pt x="11842" y="0"/>
                    <a:pt x="116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2"/>
            <p:cNvSpPr/>
            <p:nvPr/>
          </p:nvSpPr>
          <p:spPr>
            <a:xfrm>
              <a:off x="8049400" y="2359050"/>
              <a:ext cx="221850" cy="16700"/>
            </a:xfrm>
            <a:custGeom>
              <a:avLst/>
              <a:gdLst/>
              <a:ahLst/>
              <a:cxnLst/>
              <a:rect l="l" t="t" r="r" b="b"/>
              <a:pathLst>
                <a:path w="8874" h="668" extrusionOk="0">
                  <a:moveTo>
                    <a:pt x="334" y="0"/>
                  </a:moveTo>
                  <a:cubicBezTo>
                    <a:pt x="134" y="0"/>
                    <a:pt x="0" y="134"/>
                    <a:pt x="0" y="334"/>
                  </a:cubicBezTo>
                  <a:cubicBezTo>
                    <a:pt x="0" y="501"/>
                    <a:pt x="134" y="667"/>
                    <a:pt x="334" y="667"/>
                  </a:cubicBezTo>
                  <a:lnTo>
                    <a:pt x="8540" y="667"/>
                  </a:lnTo>
                  <a:cubicBezTo>
                    <a:pt x="8740" y="667"/>
                    <a:pt x="8873" y="501"/>
                    <a:pt x="8873" y="334"/>
                  </a:cubicBezTo>
                  <a:cubicBezTo>
                    <a:pt x="8873" y="134"/>
                    <a:pt x="8740" y="0"/>
                    <a:pt x="85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2"/>
            <p:cNvSpPr/>
            <p:nvPr/>
          </p:nvSpPr>
          <p:spPr>
            <a:xfrm>
              <a:off x="8173650" y="2304850"/>
              <a:ext cx="97600" cy="15850"/>
            </a:xfrm>
            <a:custGeom>
              <a:avLst/>
              <a:gdLst/>
              <a:ahLst/>
              <a:cxnLst/>
              <a:rect l="l" t="t" r="r" b="b"/>
              <a:pathLst>
                <a:path w="3904" h="634" extrusionOk="0">
                  <a:moveTo>
                    <a:pt x="301" y="0"/>
                  </a:moveTo>
                  <a:cubicBezTo>
                    <a:pt x="134" y="0"/>
                    <a:pt x="1" y="133"/>
                    <a:pt x="1" y="300"/>
                  </a:cubicBezTo>
                  <a:cubicBezTo>
                    <a:pt x="1" y="500"/>
                    <a:pt x="134" y="634"/>
                    <a:pt x="301" y="634"/>
                  </a:cubicBezTo>
                  <a:lnTo>
                    <a:pt x="3570" y="634"/>
                  </a:lnTo>
                  <a:cubicBezTo>
                    <a:pt x="3770" y="634"/>
                    <a:pt x="3903" y="500"/>
                    <a:pt x="3903" y="300"/>
                  </a:cubicBezTo>
                  <a:cubicBezTo>
                    <a:pt x="3903" y="133"/>
                    <a:pt x="3770" y="0"/>
                    <a:pt x="35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2"/>
            <p:cNvSpPr/>
            <p:nvPr/>
          </p:nvSpPr>
          <p:spPr>
            <a:xfrm>
              <a:off x="7539025" y="1958750"/>
              <a:ext cx="312750" cy="15875"/>
            </a:xfrm>
            <a:custGeom>
              <a:avLst/>
              <a:gdLst/>
              <a:ahLst/>
              <a:cxnLst/>
              <a:rect l="l" t="t" r="r" b="b"/>
              <a:pathLst>
                <a:path w="12510" h="635" extrusionOk="0">
                  <a:moveTo>
                    <a:pt x="334" y="1"/>
                  </a:moveTo>
                  <a:cubicBezTo>
                    <a:pt x="134" y="1"/>
                    <a:pt x="1" y="134"/>
                    <a:pt x="1" y="334"/>
                  </a:cubicBezTo>
                  <a:cubicBezTo>
                    <a:pt x="1" y="501"/>
                    <a:pt x="134" y="635"/>
                    <a:pt x="334" y="635"/>
                  </a:cubicBezTo>
                  <a:lnTo>
                    <a:pt x="12176" y="635"/>
                  </a:lnTo>
                  <a:cubicBezTo>
                    <a:pt x="12376" y="635"/>
                    <a:pt x="12510" y="501"/>
                    <a:pt x="12510" y="334"/>
                  </a:cubicBezTo>
                  <a:cubicBezTo>
                    <a:pt x="12510" y="134"/>
                    <a:pt x="12376" y="1"/>
                    <a:pt x="121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2"/>
            <p:cNvSpPr/>
            <p:nvPr/>
          </p:nvSpPr>
          <p:spPr>
            <a:xfrm>
              <a:off x="7539025" y="2539175"/>
              <a:ext cx="505400" cy="16700"/>
            </a:xfrm>
            <a:custGeom>
              <a:avLst/>
              <a:gdLst/>
              <a:ahLst/>
              <a:cxnLst/>
              <a:rect l="l" t="t" r="r" b="b"/>
              <a:pathLst>
                <a:path w="20216" h="668" extrusionOk="0">
                  <a:moveTo>
                    <a:pt x="334" y="0"/>
                  </a:moveTo>
                  <a:cubicBezTo>
                    <a:pt x="134" y="0"/>
                    <a:pt x="1" y="134"/>
                    <a:pt x="1" y="334"/>
                  </a:cubicBezTo>
                  <a:cubicBezTo>
                    <a:pt x="1" y="501"/>
                    <a:pt x="134" y="668"/>
                    <a:pt x="334" y="668"/>
                  </a:cubicBezTo>
                  <a:lnTo>
                    <a:pt x="19882" y="668"/>
                  </a:lnTo>
                  <a:cubicBezTo>
                    <a:pt x="20048" y="668"/>
                    <a:pt x="20215" y="501"/>
                    <a:pt x="20182" y="334"/>
                  </a:cubicBezTo>
                  <a:cubicBezTo>
                    <a:pt x="20182" y="134"/>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2"/>
            <p:cNvSpPr/>
            <p:nvPr/>
          </p:nvSpPr>
          <p:spPr>
            <a:xfrm>
              <a:off x="7539025" y="2603375"/>
              <a:ext cx="505400" cy="16725"/>
            </a:xfrm>
            <a:custGeom>
              <a:avLst/>
              <a:gdLst/>
              <a:ahLst/>
              <a:cxnLst/>
              <a:rect l="l" t="t" r="r" b="b"/>
              <a:pathLst>
                <a:path w="20216" h="669" extrusionOk="0">
                  <a:moveTo>
                    <a:pt x="334" y="1"/>
                  </a:moveTo>
                  <a:cubicBezTo>
                    <a:pt x="134" y="1"/>
                    <a:pt x="1" y="134"/>
                    <a:pt x="1" y="334"/>
                  </a:cubicBezTo>
                  <a:cubicBezTo>
                    <a:pt x="1" y="501"/>
                    <a:pt x="134" y="668"/>
                    <a:pt x="334" y="668"/>
                  </a:cubicBezTo>
                  <a:lnTo>
                    <a:pt x="19882" y="668"/>
                  </a:lnTo>
                  <a:cubicBezTo>
                    <a:pt x="20048" y="668"/>
                    <a:pt x="20215"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2"/>
            <p:cNvSpPr/>
            <p:nvPr/>
          </p:nvSpPr>
          <p:spPr>
            <a:xfrm>
              <a:off x="7539025" y="2667600"/>
              <a:ext cx="504550" cy="16700"/>
            </a:xfrm>
            <a:custGeom>
              <a:avLst/>
              <a:gdLst/>
              <a:ahLst/>
              <a:cxnLst/>
              <a:rect l="l" t="t" r="r" b="b"/>
              <a:pathLst>
                <a:path w="20182" h="668" extrusionOk="0">
                  <a:moveTo>
                    <a:pt x="334" y="0"/>
                  </a:moveTo>
                  <a:cubicBezTo>
                    <a:pt x="134" y="0"/>
                    <a:pt x="1" y="167"/>
                    <a:pt x="1" y="334"/>
                  </a:cubicBezTo>
                  <a:cubicBezTo>
                    <a:pt x="1" y="501"/>
                    <a:pt x="134" y="668"/>
                    <a:pt x="334" y="668"/>
                  </a:cubicBezTo>
                  <a:lnTo>
                    <a:pt x="19882" y="668"/>
                  </a:lnTo>
                  <a:cubicBezTo>
                    <a:pt x="20048" y="668"/>
                    <a:pt x="20182" y="501"/>
                    <a:pt x="20182" y="334"/>
                  </a:cubicBezTo>
                  <a:cubicBezTo>
                    <a:pt x="20182" y="167"/>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2"/>
            <p:cNvSpPr/>
            <p:nvPr/>
          </p:nvSpPr>
          <p:spPr>
            <a:xfrm>
              <a:off x="7539025" y="3051200"/>
              <a:ext cx="504550" cy="15875"/>
            </a:xfrm>
            <a:custGeom>
              <a:avLst/>
              <a:gdLst/>
              <a:ahLst/>
              <a:cxnLst/>
              <a:rect l="l" t="t" r="r" b="b"/>
              <a:pathLst>
                <a:path w="20182" h="635" extrusionOk="0">
                  <a:moveTo>
                    <a:pt x="334" y="1"/>
                  </a:moveTo>
                  <a:cubicBezTo>
                    <a:pt x="134" y="1"/>
                    <a:pt x="1" y="134"/>
                    <a:pt x="1" y="334"/>
                  </a:cubicBezTo>
                  <a:cubicBezTo>
                    <a:pt x="1" y="501"/>
                    <a:pt x="134" y="635"/>
                    <a:pt x="334" y="635"/>
                  </a:cubicBezTo>
                  <a:lnTo>
                    <a:pt x="19882" y="635"/>
                  </a:lnTo>
                  <a:cubicBezTo>
                    <a:pt x="20048" y="635"/>
                    <a:pt x="20182"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2"/>
            <p:cNvSpPr/>
            <p:nvPr/>
          </p:nvSpPr>
          <p:spPr>
            <a:xfrm>
              <a:off x="7998525" y="2464950"/>
              <a:ext cx="150125" cy="15875"/>
            </a:xfrm>
            <a:custGeom>
              <a:avLst/>
              <a:gdLst/>
              <a:ahLst/>
              <a:cxnLst/>
              <a:rect l="l" t="t" r="r" b="b"/>
              <a:pathLst>
                <a:path w="6005" h="635" extrusionOk="0">
                  <a:moveTo>
                    <a:pt x="334" y="1"/>
                  </a:moveTo>
                  <a:cubicBezTo>
                    <a:pt x="167" y="1"/>
                    <a:pt x="1" y="134"/>
                    <a:pt x="1" y="334"/>
                  </a:cubicBezTo>
                  <a:cubicBezTo>
                    <a:pt x="1" y="501"/>
                    <a:pt x="167" y="634"/>
                    <a:pt x="334" y="634"/>
                  </a:cubicBezTo>
                  <a:lnTo>
                    <a:pt x="5671" y="634"/>
                  </a:lnTo>
                  <a:cubicBezTo>
                    <a:pt x="5838" y="634"/>
                    <a:pt x="6005" y="501"/>
                    <a:pt x="6005" y="334"/>
                  </a:cubicBezTo>
                  <a:cubicBezTo>
                    <a:pt x="6005" y="134"/>
                    <a:pt x="5838" y="1"/>
                    <a:pt x="5671"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2"/>
            <p:cNvSpPr/>
            <p:nvPr/>
          </p:nvSpPr>
          <p:spPr>
            <a:xfrm>
              <a:off x="8197825" y="2464950"/>
              <a:ext cx="200175" cy="15875"/>
            </a:xfrm>
            <a:custGeom>
              <a:avLst/>
              <a:gdLst/>
              <a:ahLst/>
              <a:cxnLst/>
              <a:rect l="l" t="t" r="r" b="b"/>
              <a:pathLst>
                <a:path w="8007" h="635" extrusionOk="0">
                  <a:moveTo>
                    <a:pt x="334" y="1"/>
                  </a:moveTo>
                  <a:cubicBezTo>
                    <a:pt x="134" y="1"/>
                    <a:pt x="1" y="134"/>
                    <a:pt x="1" y="334"/>
                  </a:cubicBezTo>
                  <a:cubicBezTo>
                    <a:pt x="1" y="501"/>
                    <a:pt x="134" y="634"/>
                    <a:pt x="334" y="634"/>
                  </a:cubicBezTo>
                  <a:lnTo>
                    <a:pt x="7673" y="634"/>
                  </a:lnTo>
                  <a:cubicBezTo>
                    <a:pt x="7873" y="634"/>
                    <a:pt x="8007" y="501"/>
                    <a:pt x="8007" y="334"/>
                  </a:cubicBezTo>
                  <a:cubicBezTo>
                    <a:pt x="8007" y="134"/>
                    <a:pt x="7873" y="1"/>
                    <a:pt x="7673"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2"/>
            <p:cNvSpPr/>
            <p:nvPr/>
          </p:nvSpPr>
          <p:spPr>
            <a:xfrm>
              <a:off x="8197825" y="2539175"/>
              <a:ext cx="200175" cy="16700"/>
            </a:xfrm>
            <a:custGeom>
              <a:avLst/>
              <a:gdLst/>
              <a:ahLst/>
              <a:cxnLst/>
              <a:rect l="l" t="t" r="r" b="b"/>
              <a:pathLst>
                <a:path w="8007" h="668" extrusionOk="0">
                  <a:moveTo>
                    <a:pt x="334" y="0"/>
                  </a:moveTo>
                  <a:cubicBezTo>
                    <a:pt x="134" y="0"/>
                    <a:pt x="1" y="134"/>
                    <a:pt x="1" y="334"/>
                  </a:cubicBezTo>
                  <a:cubicBezTo>
                    <a:pt x="1" y="501"/>
                    <a:pt x="134" y="668"/>
                    <a:pt x="334" y="668"/>
                  </a:cubicBezTo>
                  <a:lnTo>
                    <a:pt x="7673" y="668"/>
                  </a:lnTo>
                  <a:cubicBezTo>
                    <a:pt x="7873" y="668"/>
                    <a:pt x="8007" y="501"/>
                    <a:pt x="8007" y="334"/>
                  </a:cubicBezTo>
                  <a:cubicBezTo>
                    <a:pt x="8007" y="134"/>
                    <a:pt x="7873" y="0"/>
                    <a:pt x="7673"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2"/>
            <p:cNvSpPr/>
            <p:nvPr/>
          </p:nvSpPr>
          <p:spPr>
            <a:xfrm>
              <a:off x="7539025" y="3148775"/>
              <a:ext cx="76750" cy="15875"/>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70" y="501"/>
                    <a:pt x="3070" y="301"/>
                  </a:cubicBezTo>
                  <a:cubicBezTo>
                    <a:pt x="3070"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2"/>
            <p:cNvSpPr/>
            <p:nvPr/>
          </p:nvSpPr>
          <p:spPr>
            <a:xfrm>
              <a:off x="7539025" y="3197150"/>
              <a:ext cx="76750" cy="16700"/>
            </a:xfrm>
            <a:custGeom>
              <a:avLst/>
              <a:gdLst/>
              <a:ahLst/>
              <a:cxnLst/>
              <a:rect l="l" t="t" r="r" b="b"/>
              <a:pathLst>
                <a:path w="3070" h="668" extrusionOk="0">
                  <a:moveTo>
                    <a:pt x="334" y="0"/>
                  </a:moveTo>
                  <a:cubicBezTo>
                    <a:pt x="134" y="0"/>
                    <a:pt x="1" y="167"/>
                    <a:pt x="1" y="334"/>
                  </a:cubicBezTo>
                  <a:cubicBezTo>
                    <a:pt x="1" y="501"/>
                    <a:pt x="134" y="667"/>
                    <a:pt x="334" y="667"/>
                  </a:cubicBezTo>
                  <a:lnTo>
                    <a:pt x="2736" y="667"/>
                  </a:lnTo>
                  <a:cubicBezTo>
                    <a:pt x="2903" y="667"/>
                    <a:pt x="3070" y="501"/>
                    <a:pt x="3070" y="334"/>
                  </a:cubicBezTo>
                  <a:cubicBezTo>
                    <a:pt x="3070" y="167"/>
                    <a:pt x="2903" y="0"/>
                    <a:pt x="2736"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2"/>
            <p:cNvSpPr/>
            <p:nvPr/>
          </p:nvSpPr>
          <p:spPr>
            <a:xfrm>
              <a:off x="7635775" y="3197150"/>
              <a:ext cx="469525" cy="16700"/>
            </a:xfrm>
            <a:custGeom>
              <a:avLst/>
              <a:gdLst/>
              <a:ahLst/>
              <a:cxnLst/>
              <a:rect l="l" t="t" r="r" b="b"/>
              <a:pathLst>
                <a:path w="18781" h="668" extrusionOk="0">
                  <a:moveTo>
                    <a:pt x="300" y="0"/>
                  </a:moveTo>
                  <a:cubicBezTo>
                    <a:pt x="134" y="0"/>
                    <a:pt x="0" y="167"/>
                    <a:pt x="0" y="334"/>
                  </a:cubicBezTo>
                  <a:cubicBezTo>
                    <a:pt x="0" y="501"/>
                    <a:pt x="134" y="667"/>
                    <a:pt x="300" y="667"/>
                  </a:cubicBezTo>
                  <a:lnTo>
                    <a:pt x="18447" y="667"/>
                  </a:lnTo>
                  <a:cubicBezTo>
                    <a:pt x="18647" y="667"/>
                    <a:pt x="18780" y="501"/>
                    <a:pt x="18780" y="334"/>
                  </a:cubicBezTo>
                  <a:cubicBezTo>
                    <a:pt x="18780" y="167"/>
                    <a:pt x="18647" y="0"/>
                    <a:pt x="18447"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2"/>
            <p:cNvSpPr/>
            <p:nvPr/>
          </p:nvSpPr>
          <p:spPr>
            <a:xfrm>
              <a:off x="7657450" y="3148775"/>
              <a:ext cx="75900" cy="15875"/>
            </a:xfrm>
            <a:custGeom>
              <a:avLst/>
              <a:gdLst/>
              <a:ahLst/>
              <a:cxnLst/>
              <a:rect l="l" t="t" r="r" b="b"/>
              <a:pathLst>
                <a:path w="3036" h="635" extrusionOk="0">
                  <a:moveTo>
                    <a:pt x="301" y="1"/>
                  </a:moveTo>
                  <a:cubicBezTo>
                    <a:pt x="134" y="1"/>
                    <a:pt x="0" y="134"/>
                    <a:pt x="0" y="301"/>
                  </a:cubicBezTo>
                  <a:cubicBezTo>
                    <a:pt x="0" y="501"/>
                    <a:pt x="134" y="634"/>
                    <a:pt x="301"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2"/>
            <p:cNvSpPr/>
            <p:nvPr/>
          </p:nvSpPr>
          <p:spPr>
            <a:xfrm>
              <a:off x="7775025" y="3148775"/>
              <a:ext cx="76750" cy="15875"/>
            </a:xfrm>
            <a:custGeom>
              <a:avLst/>
              <a:gdLst/>
              <a:ahLst/>
              <a:cxnLst/>
              <a:rect l="l" t="t" r="r" b="b"/>
              <a:pathLst>
                <a:path w="3070" h="635" extrusionOk="0">
                  <a:moveTo>
                    <a:pt x="334" y="1"/>
                  </a:moveTo>
                  <a:cubicBezTo>
                    <a:pt x="168" y="1"/>
                    <a:pt x="1" y="134"/>
                    <a:pt x="1" y="301"/>
                  </a:cubicBezTo>
                  <a:cubicBezTo>
                    <a:pt x="1" y="501"/>
                    <a:pt x="168" y="634"/>
                    <a:pt x="334" y="634"/>
                  </a:cubicBezTo>
                  <a:lnTo>
                    <a:pt x="2736" y="634"/>
                  </a:lnTo>
                  <a:cubicBezTo>
                    <a:pt x="2936" y="634"/>
                    <a:pt x="3070" y="501"/>
                    <a:pt x="3070" y="301"/>
                  </a:cubicBezTo>
                  <a:cubicBezTo>
                    <a:pt x="3070" y="134"/>
                    <a:pt x="2936"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2"/>
            <p:cNvSpPr/>
            <p:nvPr/>
          </p:nvSpPr>
          <p:spPr>
            <a:xfrm>
              <a:off x="7893450" y="3148775"/>
              <a:ext cx="75925" cy="15875"/>
            </a:xfrm>
            <a:custGeom>
              <a:avLst/>
              <a:gdLst/>
              <a:ahLst/>
              <a:cxnLst/>
              <a:rect l="l" t="t" r="r" b="b"/>
              <a:pathLst>
                <a:path w="3037" h="635" extrusionOk="0">
                  <a:moveTo>
                    <a:pt x="334" y="1"/>
                  </a:moveTo>
                  <a:cubicBezTo>
                    <a:pt x="134" y="1"/>
                    <a:pt x="1" y="134"/>
                    <a:pt x="1" y="301"/>
                  </a:cubicBezTo>
                  <a:cubicBezTo>
                    <a:pt x="1" y="501"/>
                    <a:pt x="134" y="634"/>
                    <a:pt x="334"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2"/>
            <p:cNvSpPr/>
            <p:nvPr/>
          </p:nvSpPr>
          <p:spPr>
            <a:xfrm>
              <a:off x="8011875" y="3148775"/>
              <a:ext cx="75900" cy="15875"/>
            </a:xfrm>
            <a:custGeom>
              <a:avLst/>
              <a:gdLst/>
              <a:ahLst/>
              <a:cxnLst/>
              <a:rect l="l" t="t" r="r" b="b"/>
              <a:pathLst>
                <a:path w="3036" h="635" extrusionOk="0">
                  <a:moveTo>
                    <a:pt x="300" y="1"/>
                  </a:moveTo>
                  <a:cubicBezTo>
                    <a:pt x="134" y="1"/>
                    <a:pt x="0" y="134"/>
                    <a:pt x="0" y="301"/>
                  </a:cubicBezTo>
                  <a:cubicBezTo>
                    <a:pt x="0" y="501"/>
                    <a:pt x="134" y="634"/>
                    <a:pt x="300" y="634"/>
                  </a:cubicBezTo>
                  <a:lnTo>
                    <a:pt x="2702" y="634"/>
                  </a:lnTo>
                  <a:cubicBezTo>
                    <a:pt x="2902" y="634"/>
                    <a:pt x="3036" y="501"/>
                    <a:pt x="3036" y="301"/>
                  </a:cubicBezTo>
                  <a:cubicBezTo>
                    <a:pt x="3036" y="134"/>
                    <a:pt x="2902" y="1"/>
                    <a:pt x="27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2"/>
            <p:cNvSpPr/>
            <p:nvPr/>
          </p:nvSpPr>
          <p:spPr>
            <a:xfrm>
              <a:off x="8129450" y="3148775"/>
              <a:ext cx="76750" cy="15875"/>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69" y="501"/>
                    <a:pt x="3069" y="301"/>
                  </a:cubicBezTo>
                  <a:cubicBezTo>
                    <a:pt x="3069"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2"/>
            <p:cNvSpPr/>
            <p:nvPr/>
          </p:nvSpPr>
          <p:spPr>
            <a:xfrm>
              <a:off x="8247875" y="3148775"/>
              <a:ext cx="51725" cy="15875"/>
            </a:xfrm>
            <a:custGeom>
              <a:avLst/>
              <a:gdLst/>
              <a:ahLst/>
              <a:cxnLst/>
              <a:rect l="l" t="t" r="r" b="b"/>
              <a:pathLst>
                <a:path w="2069" h="635" extrusionOk="0">
                  <a:moveTo>
                    <a:pt x="301" y="1"/>
                  </a:moveTo>
                  <a:cubicBezTo>
                    <a:pt x="134" y="1"/>
                    <a:pt x="0" y="134"/>
                    <a:pt x="0" y="301"/>
                  </a:cubicBezTo>
                  <a:cubicBezTo>
                    <a:pt x="0" y="501"/>
                    <a:pt x="134" y="634"/>
                    <a:pt x="301" y="634"/>
                  </a:cubicBezTo>
                  <a:lnTo>
                    <a:pt x="1768" y="634"/>
                  </a:lnTo>
                  <a:cubicBezTo>
                    <a:pt x="1935" y="634"/>
                    <a:pt x="2068" y="501"/>
                    <a:pt x="2068" y="301"/>
                  </a:cubicBezTo>
                  <a:cubicBezTo>
                    <a:pt x="2068" y="134"/>
                    <a:pt x="1935"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2"/>
            <p:cNvSpPr/>
            <p:nvPr/>
          </p:nvSpPr>
          <p:spPr>
            <a:xfrm>
              <a:off x="8089425" y="1209875"/>
              <a:ext cx="816450" cy="748075"/>
            </a:xfrm>
            <a:custGeom>
              <a:avLst/>
              <a:gdLst/>
              <a:ahLst/>
              <a:cxnLst/>
              <a:rect l="l" t="t" r="r" b="b"/>
              <a:pathLst>
                <a:path w="32658" h="29923" extrusionOk="0">
                  <a:moveTo>
                    <a:pt x="1335" y="1"/>
                  </a:moveTo>
                  <a:cubicBezTo>
                    <a:pt x="601" y="1"/>
                    <a:pt x="0" y="601"/>
                    <a:pt x="0" y="1302"/>
                  </a:cubicBezTo>
                  <a:lnTo>
                    <a:pt x="0" y="28621"/>
                  </a:lnTo>
                  <a:cubicBezTo>
                    <a:pt x="0" y="29355"/>
                    <a:pt x="601" y="29922"/>
                    <a:pt x="1335" y="29922"/>
                  </a:cubicBezTo>
                  <a:lnTo>
                    <a:pt x="31356" y="29922"/>
                  </a:lnTo>
                  <a:cubicBezTo>
                    <a:pt x="32090" y="29922"/>
                    <a:pt x="32657" y="29355"/>
                    <a:pt x="32657" y="28621"/>
                  </a:cubicBezTo>
                  <a:lnTo>
                    <a:pt x="32657" y="1302"/>
                  </a:lnTo>
                  <a:cubicBezTo>
                    <a:pt x="32657" y="601"/>
                    <a:pt x="32090" y="1"/>
                    <a:pt x="31356" y="1"/>
                  </a:cubicBezTo>
                  <a:close/>
                </a:path>
              </a:pathLst>
            </a:custGeom>
            <a:solidFill>
              <a:srgbClr val="B8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2"/>
            <p:cNvSpPr/>
            <p:nvPr/>
          </p:nvSpPr>
          <p:spPr>
            <a:xfrm>
              <a:off x="8134450" y="1359150"/>
              <a:ext cx="729725" cy="561275"/>
            </a:xfrm>
            <a:custGeom>
              <a:avLst/>
              <a:gdLst/>
              <a:ahLst/>
              <a:cxnLst/>
              <a:rect l="l" t="t" r="r" b="b"/>
              <a:pathLst>
                <a:path w="29189" h="22451" extrusionOk="0">
                  <a:moveTo>
                    <a:pt x="28188" y="22450"/>
                  </a:moveTo>
                  <a:lnTo>
                    <a:pt x="1001" y="22450"/>
                  </a:lnTo>
                  <a:cubicBezTo>
                    <a:pt x="434" y="22450"/>
                    <a:pt x="1" y="22017"/>
                    <a:pt x="1" y="21450"/>
                  </a:cubicBezTo>
                  <a:lnTo>
                    <a:pt x="1" y="1002"/>
                  </a:lnTo>
                  <a:cubicBezTo>
                    <a:pt x="1" y="468"/>
                    <a:pt x="434" y="1"/>
                    <a:pt x="1001" y="1"/>
                  </a:cubicBezTo>
                  <a:lnTo>
                    <a:pt x="28188" y="1"/>
                  </a:lnTo>
                  <a:cubicBezTo>
                    <a:pt x="28755" y="1"/>
                    <a:pt x="29188" y="468"/>
                    <a:pt x="29188" y="1002"/>
                  </a:cubicBezTo>
                  <a:lnTo>
                    <a:pt x="29188" y="21450"/>
                  </a:lnTo>
                  <a:cubicBezTo>
                    <a:pt x="29188" y="22017"/>
                    <a:pt x="28755" y="22450"/>
                    <a:pt x="28188" y="22450"/>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2"/>
            <p:cNvSpPr/>
            <p:nvPr/>
          </p:nvSpPr>
          <p:spPr>
            <a:xfrm>
              <a:off x="8169475" y="1485925"/>
              <a:ext cx="518725" cy="12525"/>
            </a:xfrm>
            <a:custGeom>
              <a:avLst/>
              <a:gdLst/>
              <a:ahLst/>
              <a:cxnLst/>
              <a:rect l="l" t="t" r="r" b="b"/>
              <a:pathLst>
                <a:path w="20749" h="501" extrusionOk="0">
                  <a:moveTo>
                    <a:pt x="234" y="0"/>
                  </a:moveTo>
                  <a:cubicBezTo>
                    <a:pt x="101" y="0"/>
                    <a:pt x="1" y="134"/>
                    <a:pt x="1" y="267"/>
                  </a:cubicBezTo>
                  <a:cubicBezTo>
                    <a:pt x="1" y="401"/>
                    <a:pt x="101" y="501"/>
                    <a:pt x="234" y="501"/>
                  </a:cubicBezTo>
                  <a:lnTo>
                    <a:pt x="20482" y="501"/>
                  </a:lnTo>
                  <a:cubicBezTo>
                    <a:pt x="20615" y="501"/>
                    <a:pt x="20749" y="401"/>
                    <a:pt x="20716" y="267"/>
                  </a:cubicBezTo>
                  <a:cubicBezTo>
                    <a:pt x="20716" y="134"/>
                    <a:pt x="20615" y="0"/>
                    <a:pt x="20482"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2"/>
            <p:cNvSpPr/>
            <p:nvPr/>
          </p:nvSpPr>
          <p:spPr>
            <a:xfrm>
              <a:off x="8719875" y="1485925"/>
              <a:ext cx="50050" cy="12525"/>
            </a:xfrm>
            <a:custGeom>
              <a:avLst/>
              <a:gdLst/>
              <a:ahLst/>
              <a:cxnLst/>
              <a:rect l="l" t="t" r="r" b="b"/>
              <a:pathLst>
                <a:path w="2002" h="501" extrusionOk="0">
                  <a:moveTo>
                    <a:pt x="234" y="0"/>
                  </a:moveTo>
                  <a:cubicBezTo>
                    <a:pt x="101" y="0"/>
                    <a:pt x="0" y="134"/>
                    <a:pt x="0" y="267"/>
                  </a:cubicBezTo>
                  <a:cubicBezTo>
                    <a:pt x="0" y="401"/>
                    <a:pt x="101" y="501"/>
                    <a:pt x="234" y="501"/>
                  </a:cubicBezTo>
                  <a:lnTo>
                    <a:pt x="1735" y="501"/>
                  </a:lnTo>
                  <a:cubicBezTo>
                    <a:pt x="1868" y="501"/>
                    <a:pt x="2002" y="401"/>
                    <a:pt x="2002" y="267"/>
                  </a:cubicBezTo>
                  <a:cubicBezTo>
                    <a:pt x="2002" y="134"/>
                    <a:pt x="1868" y="0"/>
                    <a:pt x="173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2"/>
            <p:cNvSpPr/>
            <p:nvPr/>
          </p:nvSpPr>
          <p:spPr>
            <a:xfrm>
              <a:off x="8169475" y="1543450"/>
              <a:ext cx="296900" cy="12550"/>
            </a:xfrm>
            <a:custGeom>
              <a:avLst/>
              <a:gdLst/>
              <a:ahLst/>
              <a:cxnLst/>
              <a:rect l="l" t="t" r="r" b="b"/>
              <a:pathLst>
                <a:path w="11876" h="502" extrusionOk="0">
                  <a:moveTo>
                    <a:pt x="234" y="1"/>
                  </a:moveTo>
                  <a:cubicBezTo>
                    <a:pt x="101" y="1"/>
                    <a:pt x="1" y="134"/>
                    <a:pt x="1" y="268"/>
                  </a:cubicBezTo>
                  <a:cubicBezTo>
                    <a:pt x="1" y="401"/>
                    <a:pt x="101" y="501"/>
                    <a:pt x="234" y="501"/>
                  </a:cubicBezTo>
                  <a:lnTo>
                    <a:pt x="11609" y="501"/>
                  </a:lnTo>
                  <a:cubicBezTo>
                    <a:pt x="11742" y="501"/>
                    <a:pt x="11876" y="401"/>
                    <a:pt x="11876" y="268"/>
                  </a:cubicBezTo>
                  <a:cubicBezTo>
                    <a:pt x="11876" y="134"/>
                    <a:pt x="11742" y="1"/>
                    <a:pt x="1160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2"/>
            <p:cNvSpPr/>
            <p:nvPr/>
          </p:nvSpPr>
          <p:spPr>
            <a:xfrm>
              <a:off x="8470525" y="1543450"/>
              <a:ext cx="94275" cy="12550"/>
            </a:xfrm>
            <a:custGeom>
              <a:avLst/>
              <a:gdLst/>
              <a:ahLst/>
              <a:cxnLst/>
              <a:rect l="l" t="t" r="r" b="b"/>
              <a:pathLst>
                <a:path w="3771" h="502" extrusionOk="0">
                  <a:moveTo>
                    <a:pt x="268" y="1"/>
                  </a:moveTo>
                  <a:cubicBezTo>
                    <a:pt x="134" y="1"/>
                    <a:pt x="1" y="134"/>
                    <a:pt x="1" y="268"/>
                  </a:cubicBezTo>
                  <a:cubicBezTo>
                    <a:pt x="1" y="401"/>
                    <a:pt x="134" y="501"/>
                    <a:pt x="268" y="501"/>
                  </a:cubicBezTo>
                  <a:lnTo>
                    <a:pt x="3537" y="501"/>
                  </a:lnTo>
                  <a:cubicBezTo>
                    <a:pt x="3670" y="501"/>
                    <a:pt x="3770" y="401"/>
                    <a:pt x="3770" y="268"/>
                  </a:cubicBezTo>
                  <a:cubicBezTo>
                    <a:pt x="3770" y="134"/>
                    <a:pt x="3670" y="1"/>
                    <a:pt x="3537"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2"/>
            <p:cNvSpPr/>
            <p:nvPr/>
          </p:nvSpPr>
          <p:spPr>
            <a:xfrm>
              <a:off x="8502225" y="1576825"/>
              <a:ext cx="62575" cy="11700"/>
            </a:xfrm>
            <a:custGeom>
              <a:avLst/>
              <a:gdLst/>
              <a:ahLst/>
              <a:cxnLst/>
              <a:rect l="l" t="t" r="r" b="b"/>
              <a:pathLst>
                <a:path w="2503" h="468" extrusionOk="0">
                  <a:moveTo>
                    <a:pt x="234" y="0"/>
                  </a:moveTo>
                  <a:cubicBezTo>
                    <a:pt x="100" y="0"/>
                    <a:pt x="0" y="100"/>
                    <a:pt x="0" y="234"/>
                  </a:cubicBezTo>
                  <a:cubicBezTo>
                    <a:pt x="0" y="367"/>
                    <a:pt x="100" y="467"/>
                    <a:pt x="234" y="467"/>
                  </a:cubicBezTo>
                  <a:lnTo>
                    <a:pt x="2269" y="467"/>
                  </a:lnTo>
                  <a:cubicBezTo>
                    <a:pt x="2402" y="467"/>
                    <a:pt x="2502" y="367"/>
                    <a:pt x="2502" y="234"/>
                  </a:cubicBezTo>
                  <a:cubicBezTo>
                    <a:pt x="2502" y="100"/>
                    <a:pt x="2402" y="0"/>
                    <a:pt x="2269"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2"/>
            <p:cNvSpPr/>
            <p:nvPr/>
          </p:nvSpPr>
          <p:spPr>
            <a:xfrm>
              <a:off x="8471375" y="1576825"/>
              <a:ext cx="18350" cy="11700"/>
            </a:xfrm>
            <a:custGeom>
              <a:avLst/>
              <a:gdLst/>
              <a:ahLst/>
              <a:cxnLst/>
              <a:rect l="l" t="t" r="r" b="b"/>
              <a:pathLst>
                <a:path w="734" h="468" extrusionOk="0">
                  <a:moveTo>
                    <a:pt x="234" y="0"/>
                  </a:moveTo>
                  <a:cubicBezTo>
                    <a:pt x="100" y="0"/>
                    <a:pt x="0" y="100"/>
                    <a:pt x="0" y="234"/>
                  </a:cubicBezTo>
                  <a:cubicBezTo>
                    <a:pt x="0" y="367"/>
                    <a:pt x="100" y="467"/>
                    <a:pt x="234" y="467"/>
                  </a:cubicBezTo>
                  <a:lnTo>
                    <a:pt x="467" y="467"/>
                  </a:lnTo>
                  <a:cubicBezTo>
                    <a:pt x="600" y="467"/>
                    <a:pt x="734" y="367"/>
                    <a:pt x="734" y="234"/>
                  </a:cubicBezTo>
                  <a:cubicBezTo>
                    <a:pt x="734" y="100"/>
                    <a:pt x="600" y="0"/>
                    <a:pt x="467"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2"/>
            <p:cNvSpPr/>
            <p:nvPr/>
          </p:nvSpPr>
          <p:spPr>
            <a:xfrm>
              <a:off x="8397150" y="1576825"/>
              <a:ext cx="56725" cy="11700"/>
            </a:xfrm>
            <a:custGeom>
              <a:avLst/>
              <a:gdLst/>
              <a:ahLst/>
              <a:cxnLst/>
              <a:rect l="l" t="t" r="r" b="b"/>
              <a:pathLst>
                <a:path w="2269" h="468" extrusionOk="0">
                  <a:moveTo>
                    <a:pt x="234" y="0"/>
                  </a:moveTo>
                  <a:cubicBezTo>
                    <a:pt x="100" y="0"/>
                    <a:pt x="0" y="100"/>
                    <a:pt x="0" y="234"/>
                  </a:cubicBezTo>
                  <a:cubicBezTo>
                    <a:pt x="0" y="367"/>
                    <a:pt x="100" y="467"/>
                    <a:pt x="234" y="467"/>
                  </a:cubicBezTo>
                  <a:lnTo>
                    <a:pt x="2035" y="467"/>
                  </a:lnTo>
                  <a:cubicBezTo>
                    <a:pt x="2168" y="467"/>
                    <a:pt x="2269" y="367"/>
                    <a:pt x="2269" y="234"/>
                  </a:cubicBezTo>
                  <a:cubicBezTo>
                    <a:pt x="2269" y="100"/>
                    <a:pt x="2168" y="0"/>
                    <a:pt x="2035"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2"/>
            <p:cNvSpPr/>
            <p:nvPr/>
          </p:nvSpPr>
          <p:spPr>
            <a:xfrm>
              <a:off x="8317075" y="1576825"/>
              <a:ext cx="56750" cy="11700"/>
            </a:xfrm>
            <a:custGeom>
              <a:avLst/>
              <a:gdLst/>
              <a:ahLst/>
              <a:cxnLst/>
              <a:rect l="l" t="t" r="r" b="b"/>
              <a:pathLst>
                <a:path w="2270" h="468" extrusionOk="0">
                  <a:moveTo>
                    <a:pt x="234" y="0"/>
                  </a:moveTo>
                  <a:cubicBezTo>
                    <a:pt x="101" y="0"/>
                    <a:pt x="1" y="100"/>
                    <a:pt x="1" y="234"/>
                  </a:cubicBezTo>
                  <a:cubicBezTo>
                    <a:pt x="1" y="367"/>
                    <a:pt x="101" y="467"/>
                    <a:pt x="234" y="467"/>
                  </a:cubicBezTo>
                  <a:lnTo>
                    <a:pt x="2036" y="467"/>
                  </a:lnTo>
                  <a:cubicBezTo>
                    <a:pt x="2169" y="467"/>
                    <a:pt x="2269" y="367"/>
                    <a:pt x="2269" y="234"/>
                  </a:cubicBezTo>
                  <a:cubicBezTo>
                    <a:pt x="2269" y="100"/>
                    <a:pt x="2169" y="0"/>
                    <a:pt x="2036"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2"/>
            <p:cNvSpPr/>
            <p:nvPr/>
          </p:nvSpPr>
          <p:spPr>
            <a:xfrm>
              <a:off x="8237025" y="1576825"/>
              <a:ext cx="56725" cy="11700"/>
            </a:xfrm>
            <a:custGeom>
              <a:avLst/>
              <a:gdLst/>
              <a:ahLst/>
              <a:cxnLst/>
              <a:rect l="l" t="t" r="r" b="b"/>
              <a:pathLst>
                <a:path w="2269" h="468" extrusionOk="0">
                  <a:moveTo>
                    <a:pt x="234" y="0"/>
                  </a:moveTo>
                  <a:cubicBezTo>
                    <a:pt x="101" y="0"/>
                    <a:pt x="1" y="100"/>
                    <a:pt x="1" y="234"/>
                  </a:cubicBezTo>
                  <a:cubicBezTo>
                    <a:pt x="1" y="367"/>
                    <a:pt x="101" y="467"/>
                    <a:pt x="234" y="467"/>
                  </a:cubicBezTo>
                  <a:lnTo>
                    <a:pt x="2035" y="467"/>
                  </a:lnTo>
                  <a:cubicBezTo>
                    <a:pt x="2169" y="467"/>
                    <a:pt x="2269" y="367"/>
                    <a:pt x="2269" y="234"/>
                  </a:cubicBezTo>
                  <a:cubicBezTo>
                    <a:pt x="2269" y="100"/>
                    <a:pt x="2169" y="0"/>
                    <a:pt x="2035"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2"/>
            <p:cNvSpPr/>
            <p:nvPr/>
          </p:nvSpPr>
          <p:spPr>
            <a:xfrm>
              <a:off x="8237025" y="1616850"/>
              <a:ext cx="481200" cy="11700"/>
            </a:xfrm>
            <a:custGeom>
              <a:avLst/>
              <a:gdLst/>
              <a:ahLst/>
              <a:cxnLst/>
              <a:rect l="l" t="t" r="r" b="b"/>
              <a:pathLst>
                <a:path w="19248" h="468" extrusionOk="0">
                  <a:moveTo>
                    <a:pt x="234" y="0"/>
                  </a:moveTo>
                  <a:cubicBezTo>
                    <a:pt x="101" y="0"/>
                    <a:pt x="1" y="100"/>
                    <a:pt x="1" y="234"/>
                  </a:cubicBezTo>
                  <a:cubicBezTo>
                    <a:pt x="1" y="367"/>
                    <a:pt x="101" y="467"/>
                    <a:pt x="234" y="467"/>
                  </a:cubicBezTo>
                  <a:lnTo>
                    <a:pt x="19014" y="467"/>
                  </a:lnTo>
                  <a:cubicBezTo>
                    <a:pt x="19148" y="467"/>
                    <a:pt x="19248" y="367"/>
                    <a:pt x="19248" y="234"/>
                  </a:cubicBezTo>
                  <a:cubicBezTo>
                    <a:pt x="19248" y="100"/>
                    <a:pt x="19148" y="0"/>
                    <a:pt x="190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2"/>
            <p:cNvSpPr/>
            <p:nvPr/>
          </p:nvSpPr>
          <p:spPr>
            <a:xfrm>
              <a:off x="8169475" y="1576825"/>
              <a:ext cx="28375" cy="11700"/>
            </a:xfrm>
            <a:custGeom>
              <a:avLst/>
              <a:gdLst/>
              <a:ahLst/>
              <a:cxnLst/>
              <a:rect l="l" t="t" r="r" b="b"/>
              <a:pathLst>
                <a:path w="1135" h="468" extrusionOk="0">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2"/>
            <p:cNvSpPr/>
            <p:nvPr/>
          </p:nvSpPr>
          <p:spPr>
            <a:xfrm>
              <a:off x="8169475" y="1616850"/>
              <a:ext cx="28375" cy="11700"/>
            </a:xfrm>
            <a:custGeom>
              <a:avLst/>
              <a:gdLst/>
              <a:ahLst/>
              <a:cxnLst/>
              <a:rect l="l" t="t" r="r" b="b"/>
              <a:pathLst>
                <a:path w="1135" h="468" extrusionOk="0">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2"/>
            <p:cNvSpPr/>
            <p:nvPr/>
          </p:nvSpPr>
          <p:spPr>
            <a:xfrm>
              <a:off x="8169475" y="1656875"/>
              <a:ext cx="28375" cy="11700"/>
            </a:xfrm>
            <a:custGeom>
              <a:avLst/>
              <a:gdLst/>
              <a:ahLst/>
              <a:cxnLst/>
              <a:rect l="l" t="t" r="r" b="b"/>
              <a:pathLst>
                <a:path w="1135" h="468" extrusionOk="0">
                  <a:moveTo>
                    <a:pt x="234" y="0"/>
                  </a:moveTo>
                  <a:cubicBezTo>
                    <a:pt x="101" y="0"/>
                    <a:pt x="1" y="101"/>
                    <a:pt x="1" y="234"/>
                  </a:cubicBezTo>
                  <a:cubicBezTo>
                    <a:pt x="1" y="367"/>
                    <a:pt x="101" y="467"/>
                    <a:pt x="234" y="467"/>
                  </a:cubicBezTo>
                  <a:lnTo>
                    <a:pt x="868" y="467"/>
                  </a:lnTo>
                  <a:cubicBezTo>
                    <a:pt x="1035" y="467"/>
                    <a:pt x="1135" y="367"/>
                    <a:pt x="1135" y="234"/>
                  </a:cubicBezTo>
                  <a:cubicBezTo>
                    <a:pt x="1135" y="101"/>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2"/>
            <p:cNvSpPr/>
            <p:nvPr/>
          </p:nvSpPr>
          <p:spPr>
            <a:xfrm>
              <a:off x="8747400" y="1616850"/>
              <a:ext cx="70900" cy="11700"/>
            </a:xfrm>
            <a:custGeom>
              <a:avLst/>
              <a:gdLst/>
              <a:ahLst/>
              <a:cxnLst/>
              <a:rect l="l" t="t" r="r" b="b"/>
              <a:pathLst>
                <a:path w="2836" h="468" extrusionOk="0">
                  <a:moveTo>
                    <a:pt x="267" y="0"/>
                  </a:moveTo>
                  <a:cubicBezTo>
                    <a:pt x="134" y="0"/>
                    <a:pt x="0" y="100"/>
                    <a:pt x="0" y="234"/>
                  </a:cubicBezTo>
                  <a:cubicBezTo>
                    <a:pt x="0" y="367"/>
                    <a:pt x="134" y="467"/>
                    <a:pt x="267" y="467"/>
                  </a:cubicBezTo>
                  <a:lnTo>
                    <a:pt x="2602" y="467"/>
                  </a:lnTo>
                  <a:cubicBezTo>
                    <a:pt x="2736" y="467"/>
                    <a:pt x="2836" y="367"/>
                    <a:pt x="2836" y="234"/>
                  </a:cubicBezTo>
                  <a:cubicBezTo>
                    <a:pt x="2836" y="100"/>
                    <a:pt x="2736" y="0"/>
                    <a:pt x="26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2"/>
            <p:cNvSpPr/>
            <p:nvPr/>
          </p:nvSpPr>
          <p:spPr>
            <a:xfrm>
              <a:off x="8235350" y="1656875"/>
              <a:ext cx="203525" cy="11700"/>
            </a:xfrm>
            <a:custGeom>
              <a:avLst/>
              <a:gdLst/>
              <a:ahLst/>
              <a:cxnLst/>
              <a:rect l="l" t="t" r="r" b="b"/>
              <a:pathLst>
                <a:path w="8141" h="468" extrusionOk="0">
                  <a:moveTo>
                    <a:pt x="234" y="0"/>
                  </a:moveTo>
                  <a:cubicBezTo>
                    <a:pt x="101" y="0"/>
                    <a:pt x="1" y="101"/>
                    <a:pt x="1" y="234"/>
                  </a:cubicBezTo>
                  <a:cubicBezTo>
                    <a:pt x="1" y="367"/>
                    <a:pt x="101" y="467"/>
                    <a:pt x="234" y="467"/>
                  </a:cubicBezTo>
                  <a:lnTo>
                    <a:pt x="7873" y="467"/>
                  </a:lnTo>
                  <a:cubicBezTo>
                    <a:pt x="8007" y="467"/>
                    <a:pt x="8140" y="367"/>
                    <a:pt x="8140" y="234"/>
                  </a:cubicBezTo>
                  <a:cubicBezTo>
                    <a:pt x="8140" y="101"/>
                    <a:pt x="8007" y="0"/>
                    <a:pt x="78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2"/>
            <p:cNvSpPr/>
            <p:nvPr/>
          </p:nvSpPr>
          <p:spPr>
            <a:xfrm>
              <a:off x="8502225" y="1708575"/>
              <a:ext cx="229350" cy="12525"/>
            </a:xfrm>
            <a:custGeom>
              <a:avLst/>
              <a:gdLst/>
              <a:ahLst/>
              <a:cxnLst/>
              <a:rect l="l" t="t" r="r" b="b"/>
              <a:pathLst>
                <a:path w="9174" h="501" extrusionOk="0">
                  <a:moveTo>
                    <a:pt x="234" y="1"/>
                  </a:moveTo>
                  <a:cubicBezTo>
                    <a:pt x="100" y="1"/>
                    <a:pt x="0" y="134"/>
                    <a:pt x="0" y="267"/>
                  </a:cubicBezTo>
                  <a:cubicBezTo>
                    <a:pt x="0" y="401"/>
                    <a:pt x="100" y="501"/>
                    <a:pt x="234" y="501"/>
                  </a:cubicBezTo>
                  <a:lnTo>
                    <a:pt x="8940" y="501"/>
                  </a:lnTo>
                  <a:cubicBezTo>
                    <a:pt x="9073" y="501"/>
                    <a:pt x="9173" y="401"/>
                    <a:pt x="9173" y="267"/>
                  </a:cubicBezTo>
                  <a:cubicBezTo>
                    <a:pt x="9173" y="134"/>
                    <a:pt x="9073" y="1"/>
                    <a:pt x="89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2"/>
            <p:cNvSpPr/>
            <p:nvPr/>
          </p:nvSpPr>
          <p:spPr>
            <a:xfrm>
              <a:off x="8656500" y="1681050"/>
              <a:ext cx="75075" cy="12550"/>
            </a:xfrm>
            <a:custGeom>
              <a:avLst/>
              <a:gdLst/>
              <a:ahLst/>
              <a:cxnLst/>
              <a:rect l="l" t="t" r="r" b="b"/>
              <a:pathLst>
                <a:path w="3003" h="502" extrusionOk="0">
                  <a:moveTo>
                    <a:pt x="267" y="1"/>
                  </a:moveTo>
                  <a:cubicBezTo>
                    <a:pt x="134" y="1"/>
                    <a:pt x="0" y="101"/>
                    <a:pt x="0" y="268"/>
                  </a:cubicBezTo>
                  <a:cubicBezTo>
                    <a:pt x="0" y="401"/>
                    <a:pt x="134" y="501"/>
                    <a:pt x="267" y="501"/>
                  </a:cubicBezTo>
                  <a:lnTo>
                    <a:pt x="2769" y="501"/>
                  </a:lnTo>
                  <a:cubicBezTo>
                    <a:pt x="2902" y="501"/>
                    <a:pt x="3002" y="401"/>
                    <a:pt x="3002" y="268"/>
                  </a:cubicBezTo>
                  <a:cubicBezTo>
                    <a:pt x="3002" y="101"/>
                    <a:pt x="2902" y="1"/>
                    <a:pt x="27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2"/>
            <p:cNvSpPr/>
            <p:nvPr/>
          </p:nvSpPr>
          <p:spPr>
            <a:xfrm>
              <a:off x="8169475" y="1430875"/>
              <a:ext cx="240200" cy="12550"/>
            </a:xfrm>
            <a:custGeom>
              <a:avLst/>
              <a:gdLst/>
              <a:ahLst/>
              <a:cxnLst/>
              <a:rect l="l" t="t" r="r" b="b"/>
              <a:pathLst>
                <a:path w="9608" h="502" extrusionOk="0">
                  <a:moveTo>
                    <a:pt x="234" y="1"/>
                  </a:moveTo>
                  <a:cubicBezTo>
                    <a:pt x="101" y="1"/>
                    <a:pt x="1" y="101"/>
                    <a:pt x="1" y="234"/>
                  </a:cubicBezTo>
                  <a:cubicBezTo>
                    <a:pt x="1" y="368"/>
                    <a:pt x="101" y="501"/>
                    <a:pt x="234" y="501"/>
                  </a:cubicBezTo>
                  <a:lnTo>
                    <a:pt x="9341" y="501"/>
                  </a:lnTo>
                  <a:cubicBezTo>
                    <a:pt x="9474" y="501"/>
                    <a:pt x="9608" y="368"/>
                    <a:pt x="9608" y="234"/>
                  </a:cubicBezTo>
                  <a:cubicBezTo>
                    <a:pt x="9608" y="101"/>
                    <a:pt x="9474" y="1"/>
                    <a:pt x="9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2"/>
            <p:cNvSpPr/>
            <p:nvPr/>
          </p:nvSpPr>
          <p:spPr>
            <a:xfrm>
              <a:off x="8169475" y="1821150"/>
              <a:ext cx="387800" cy="11700"/>
            </a:xfrm>
            <a:custGeom>
              <a:avLst/>
              <a:gdLst/>
              <a:ahLst/>
              <a:cxnLst/>
              <a:rect l="l" t="t" r="r" b="b"/>
              <a:pathLst>
                <a:path w="15512" h="468" extrusionOk="0">
                  <a:moveTo>
                    <a:pt x="234" y="1"/>
                  </a:moveTo>
                  <a:cubicBezTo>
                    <a:pt x="101" y="1"/>
                    <a:pt x="1" y="101"/>
                    <a:pt x="1" y="234"/>
                  </a:cubicBezTo>
                  <a:cubicBezTo>
                    <a:pt x="1" y="368"/>
                    <a:pt x="101" y="468"/>
                    <a:pt x="234" y="468"/>
                  </a:cubicBezTo>
                  <a:lnTo>
                    <a:pt x="15278" y="468"/>
                  </a:lnTo>
                  <a:cubicBezTo>
                    <a:pt x="15412" y="468"/>
                    <a:pt x="15512" y="368"/>
                    <a:pt x="15512" y="234"/>
                  </a:cubicBezTo>
                  <a:cubicBezTo>
                    <a:pt x="15512" y="101"/>
                    <a:pt x="15412" y="1"/>
                    <a:pt x="15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2"/>
            <p:cNvSpPr/>
            <p:nvPr/>
          </p:nvSpPr>
          <p:spPr>
            <a:xfrm>
              <a:off x="8522225" y="1749450"/>
              <a:ext cx="115125" cy="11700"/>
            </a:xfrm>
            <a:custGeom>
              <a:avLst/>
              <a:gdLst/>
              <a:ahLst/>
              <a:cxnLst/>
              <a:rect l="l" t="t" r="r" b="b"/>
              <a:pathLst>
                <a:path w="4605" h="468" extrusionOk="0">
                  <a:moveTo>
                    <a:pt x="268" y="0"/>
                  </a:moveTo>
                  <a:cubicBezTo>
                    <a:pt x="134" y="0"/>
                    <a:pt x="1" y="100"/>
                    <a:pt x="1" y="234"/>
                  </a:cubicBezTo>
                  <a:cubicBezTo>
                    <a:pt x="1" y="367"/>
                    <a:pt x="134" y="467"/>
                    <a:pt x="268" y="467"/>
                  </a:cubicBezTo>
                  <a:lnTo>
                    <a:pt x="4371" y="467"/>
                  </a:lnTo>
                  <a:cubicBezTo>
                    <a:pt x="4504" y="467"/>
                    <a:pt x="4604" y="367"/>
                    <a:pt x="4604" y="234"/>
                  </a:cubicBezTo>
                  <a:cubicBezTo>
                    <a:pt x="4604" y="100"/>
                    <a:pt x="4504" y="0"/>
                    <a:pt x="4371"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2"/>
            <p:cNvSpPr/>
            <p:nvPr/>
          </p:nvSpPr>
          <p:spPr>
            <a:xfrm>
              <a:off x="8675675" y="1749450"/>
              <a:ext cx="153475" cy="11700"/>
            </a:xfrm>
            <a:custGeom>
              <a:avLst/>
              <a:gdLst/>
              <a:ahLst/>
              <a:cxnLst/>
              <a:rect l="l" t="t" r="r" b="b"/>
              <a:pathLst>
                <a:path w="6139" h="468" extrusionOk="0">
                  <a:moveTo>
                    <a:pt x="234" y="0"/>
                  </a:moveTo>
                  <a:cubicBezTo>
                    <a:pt x="101" y="0"/>
                    <a:pt x="1" y="100"/>
                    <a:pt x="1" y="234"/>
                  </a:cubicBezTo>
                  <a:cubicBezTo>
                    <a:pt x="1" y="367"/>
                    <a:pt x="101" y="467"/>
                    <a:pt x="234" y="467"/>
                  </a:cubicBezTo>
                  <a:lnTo>
                    <a:pt x="5905" y="467"/>
                  </a:lnTo>
                  <a:cubicBezTo>
                    <a:pt x="6038" y="467"/>
                    <a:pt x="6138" y="367"/>
                    <a:pt x="6138" y="234"/>
                  </a:cubicBezTo>
                  <a:cubicBezTo>
                    <a:pt x="6138" y="100"/>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2"/>
            <p:cNvSpPr/>
            <p:nvPr/>
          </p:nvSpPr>
          <p:spPr>
            <a:xfrm>
              <a:off x="8675675" y="1806150"/>
              <a:ext cx="153475" cy="12525"/>
            </a:xfrm>
            <a:custGeom>
              <a:avLst/>
              <a:gdLst/>
              <a:ahLst/>
              <a:cxnLst/>
              <a:rect l="l" t="t" r="r" b="b"/>
              <a:pathLst>
                <a:path w="6139" h="501" extrusionOk="0">
                  <a:moveTo>
                    <a:pt x="234" y="0"/>
                  </a:moveTo>
                  <a:cubicBezTo>
                    <a:pt x="101" y="0"/>
                    <a:pt x="1" y="134"/>
                    <a:pt x="1" y="267"/>
                  </a:cubicBezTo>
                  <a:cubicBezTo>
                    <a:pt x="1" y="401"/>
                    <a:pt x="101" y="501"/>
                    <a:pt x="234" y="501"/>
                  </a:cubicBezTo>
                  <a:lnTo>
                    <a:pt x="5905" y="501"/>
                  </a:lnTo>
                  <a:cubicBezTo>
                    <a:pt x="6038" y="501"/>
                    <a:pt x="6138" y="401"/>
                    <a:pt x="6138" y="267"/>
                  </a:cubicBezTo>
                  <a:cubicBezTo>
                    <a:pt x="6138" y="134"/>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2"/>
            <p:cNvSpPr/>
            <p:nvPr/>
          </p:nvSpPr>
          <p:spPr>
            <a:xfrm>
              <a:off x="8169475" y="1860350"/>
              <a:ext cx="58400" cy="12525"/>
            </a:xfrm>
            <a:custGeom>
              <a:avLst/>
              <a:gdLst/>
              <a:ahLst/>
              <a:cxnLst/>
              <a:rect l="l" t="t" r="r" b="b"/>
              <a:pathLst>
                <a:path w="2336" h="501" extrusionOk="0">
                  <a:moveTo>
                    <a:pt x="234" y="1"/>
                  </a:moveTo>
                  <a:cubicBezTo>
                    <a:pt x="101" y="1"/>
                    <a:pt x="1" y="101"/>
                    <a:pt x="1" y="267"/>
                  </a:cubicBezTo>
                  <a:cubicBezTo>
                    <a:pt x="1" y="401"/>
                    <a:pt x="101" y="501"/>
                    <a:pt x="234" y="501"/>
                  </a:cubicBezTo>
                  <a:lnTo>
                    <a:pt x="2102" y="501"/>
                  </a:lnTo>
                  <a:cubicBezTo>
                    <a:pt x="2236" y="501"/>
                    <a:pt x="2336" y="401"/>
                    <a:pt x="2336" y="267"/>
                  </a:cubicBezTo>
                  <a:cubicBezTo>
                    <a:pt x="2336" y="101"/>
                    <a:pt x="2236" y="1"/>
                    <a:pt x="21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2"/>
            <p:cNvSpPr/>
            <p:nvPr/>
          </p:nvSpPr>
          <p:spPr>
            <a:xfrm>
              <a:off x="8242875" y="1860350"/>
              <a:ext cx="361100" cy="12525"/>
            </a:xfrm>
            <a:custGeom>
              <a:avLst/>
              <a:gdLst/>
              <a:ahLst/>
              <a:cxnLst/>
              <a:rect l="l" t="t" r="r" b="b"/>
              <a:pathLst>
                <a:path w="14444" h="501" extrusionOk="0">
                  <a:moveTo>
                    <a:pt x="267" y="1"/>
                  </a:moveTo>
                  <a:cubicBezTo>
                    <a:pt x="134" y="1"/>
                    <a:pt x="0" y="101"/>
                    <a:pt x="0" y="267"/>
                  </a:cubicBezTo>
                  <a:cubicBezTo>
                    <a:pt x="0" y="401"/>
                    <a:pt x="134" y="501"/>
                    <a:pt x="267" y="501"/>
                  </a:cubicBezTo>
                  <a:lnTo>
                    <a:pt x="14210" y="501"/>
                  </a:lnTo>
                  <a:cubicBezTo>
                    <a:pt x="14344" y="501"/>
                    <a:pt x="14444" y="401"/>
                    <a:pt x="14444" y="267"/>
                  </a:cubicBezTo>
                  <a:cubicBezTo>
                    <a:pt x="14444" y="101"/>
                    <a:pt x="14344" y="1"/>
                    <a:pt x="14210"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22"/>
          <p:cNvSpPr txBox="1">
            <a:spLocks noGrp="1"/>
          </p:cNvSpPr>
          <p:nvPr>
            <p:ph type="ctrTitle"/>
          </p:nvPr>
        </p:nvSpPr>
        <p:spPr>
          <a:xfrm>
            <a:off x="1887750" y="611725"/>
            <a:ext cx="5368500" cy="101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65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429" name="Google Shape;429;p22"/>
          <p:cNvSpPr txBox="1">
            <a:spLocks noGrp="1"/>
          </p:cNvSpPr>
          <p:nvPr>
            <p:ph type="subTitle" idx="1"/>
          </p:nvPr>
        </p:nvSpPr>
        <p:spPr>
          <a:xfrm>
            <a:off x="3044675" y="2305050"/>
            <a:ext cx="3054900" cy="101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30" name="Google Shape;430;p22"/>
          <p:cNvSpPr txBox="1"/>
          <p:nvPr/>
        </p:nvSpPr>
        <p:spPr>
          <a:xfrm>
            <a:off x="2228550" y="4151400"/>
            <a:ext cx="46869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200" b="1">
                <a:solidFill>
                  <a:schemeClr val="accent1"/>
                </a:solidFill>
                <a:latin typeface="Roboto"/>
                <a:ea typeface="Roboto"/>
                <a:cs typeface="Roboto"/>
                <a:sym typeface="Roboto"/>
              </a:rPr>
              <a:t>CREDITS</a:t>
            </a:r>
            <a:r>
              <a:rPr lang="en" sz="1200">
                <a:solidFill>
                  <a:schemeClr val="dk1"/>
                </a:solidFill>
                <a:latin typeface="Roboto"/>
                <a:ea typeface="Roboto"/>
                <a:cs typeface="Roboto"/>
                <a:sym typeface="Roboto"/>
              </a:rPr>
              <a:t>: This presentation template was created by</a:t>
            </a:r>
            <a:r>
              <a:rPr lang="en" sz="1200">
                <a:solidFill>
                  <a:schemeClr val="accent1"/>
                </a:solidFill>
                <a:latin typeface="Roboto"/>
                <a:ea typeface="Roboto"/>
                <a:cs typeface="Roboto"/>
                <a:sym typeface="Roboto"/>
              </a:rPr>
              <a:t> </a:t>
            </a:r>
            <a:r>
              <a:rPr lang="en" sz="1200" b="1">
                <a:solidFill>
                  <a:schemeClr val="accent1"/>
                </a:solidFill>
                <a:uFill>
                  <a:noFill/>
                </a:u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sz="1200">
                <a:solidFill>
                  <a:schemeClr val="dk1"/>
                </a:solidFill>
                <a:latin typeface="Roboto"/>
                <a:ea typeface="Roboto"/>
                <a:cs typeface="Roboto"/>
                <a:sym typeface="Roboto"/>
              </a:rPr>
              <a:t>, including icons by </a:t>
            </a:r>
            <a:r>
              <a:rPr lang="en" sz="1200" b="1">
                <a:solidFill>
                  <a:schemeClr val="accent1"/>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sz="1200">
                <a:solidFill>
                  <a:schemeClr val="dk1"/>
                </a:solidFill>
                <a:latin typeface="Roboto"/>
                <a:ea typeface="Roboto"/>
                <a:cs typeface="Roboto"/>
                <a:sym typeface="Roboto"/>
              </a:rPr>
              <a:t>, infographics &amp; images by </a:t>
            </a:r>
            <a:r>
              <a:rPr lang="en" sz="1200" b="1">
                <a:solidFill>
                  <a:schemeClr val="accent1"/>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r>
              <a:rPr lang="en" sz="1200">
                <a:solidFill>
                  <a:schemeClr val="accent1"/>
                </a:solidFill>
                <a:latin typeface="Roboto"/>
                <a:ea typeface="Roboto"/>
                <a:cs typeface="Roboto"/>
                <a:sym typeface="Roboto"/>
              </a:rPr>
              <a:t> </a:t>
            </a:r>
            <a:endParaRPr sz="1200">
              <a:solidFill>
                <a:schemeClr val="accent1"/>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431"/>
        <p:cNvGrpSpPr/>
        <p:nvPr/>
      </p:nvGrpSpPr>
      <p:grpSpPr>
        <a:xfrm>
          <a:off x="0" y="0"/>
          <a:ext cx="0" cy="0"/>
          <a:chOff x="0" y="0"/>
          <a:chExt cx="0" cy="0"/>
        </a:xfrm>
      </p:grpSpPr>
      <p:grpSp>
        <p:nvGrpSpPr>
          <p:cNvPr id="432" name="Google Shape;432;p23"/>
          <p:cNvGrpSpPr/>
          <p:nvPr/>
        </p:nvGrpSpPr>
        <p:grpSpPr>
          <a:xfrm>
            <a:off x="0" y="4569046"/>
            <a:ext cx="1022509" cy="572747"/>
            <a:chOff x="-77" y="3784091"/>
            <a:chExt cx="2423582" cy="1357541"/>
          </a:xfrm>
        </p:grpSpPr>
        <p:sp>
          <p:nvSpPr>
            <p:cNvPr id="433" name="Google Shape;433;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 name="Google Shape;438;p23"/>
          <p:cNvGrpSpPr/>
          <p:nvPr/>
        </p:nvGrpSpPr>
        <p:grpSpPr>
          <a:xfrm rot="10800000">
            <a:off x="8121500" y="-4"/>
            <a:ext cx="1022509" cy="572747"/>
            <a:chOff x="-77" y="3784091"/>
            <a:chExt cx="2423582" cy="1357541"/>
          </a:xfrm>
        </p:grpSpPr>
        <p:sp>
          <p:nvSpPr>
            <p:cNvPr id="439" name="Google Shape;439;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 name="Google Shape;444;p23"/>
          <p:cNvGrpSpPr/>
          <p:nvPr/>
        </p:nvGrpSpPr>
        <p:grpSpPr>
          <a:xfrm flipH="1">
            <a:off x="8121500" y="4569896"/>
            <a:ext cx="1022509" cy="572747"/>
            <a:chOff x="-77" y="3784091"/>
            <a:chExt cx="2423582" cy="1357541"/>
          </a:xfrm>
        </p:grpSpPr>
        <p:sp>
          <p:nvSpPr>
            <p:cNvPr id="445" name="Google Shape;445;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p23"/>
          <p:cNvGrpSpPr/>
          <p:nvPr/>
        </p:nvGrpSpPr>
        <p:grpSpPr>
          <a:xfrm rot="10800000" flipH="1">
            <a:off x="0" y="846"/>
            <a:ext cx="1022509" cy="572747"/>
            <a:chOff x="-77" y="3784091"/>
            <a:chExt cx="2423582" cy="1357541"/>
          </a:xfrm>
        </p:grpSpPr>
        <p:sp>
          <p:nvSpPr>
            <p:cNvPr id="451" name="Google Shape;451;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456"/>
        <p:cNvGrpSpPr/>
        <p:nvPr/>
      </p:nvGrpSpPr>
      <p:grpSpPr>
        <a:xfrm>
          <a:off x="0" y="0"/>
          <a:ext cx="0" cy="0"/>
          <a:chOff x="0" y="0"/>
          <a:chExt cx="0" cy="0"/>
        </a:xfrm>
      </p:grpSpPr>
      <p:grpSp>
        <p:nvGrpSpPr>
          <p:cNvPr id="457" name="Google Shape;457;p24"/>
          <p:cNvGrpSpPr/>
          <p:nvPr/>
        </p:nvGrpSpPr>
        <p:grpSpPr>
          <a:xfrm rot="5400000" flipH="1">
            <a:off x="-533027" y="3252941"/>
            <a:ext cx="2423582" cy="1357541"/>
            <a:chOff x="-77" y="3784091"/>
            <a:chExt cx="2423582" cy="1357541"/>
          </a:xfrm>
        </p:grpSpPr>
        <p:sp>
          <p:nvSpPr>
            <p:cNvPr id="458" name="Google Shape;458;p2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24"/>
          <p:cNvGrpSpPr/>
          <p:nvPr/>
        </p:nvGrpSpPr>
        <p:grpSpPr>
          <a:xfrm rot="-5400000" flipH="1">
            <a:off x="7253448" y="533016"/>
            <a:ext cx="2423582" cy="1357541"/>
            <a:chOff x="-77" y="3784091"/>
            <a:chExt cx="2423582" cy="1357541"/>
          </a:xfrm>
        </p:grpSpPr>
        <p:sp>
          <p:nvSpPr>
            <p:cNvPr id="464" name="Google Shape;464;p2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13367C"/>
            </a:gs>
            <a:gs pos="100000">
              <a:schemeClr val="dk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8" r:id="rId4"/>
    <p:sldLayoutId id="2147483659" r:id="rId5"/>
    <p:sldLayoutId id="2147483666" r:id="rId6"/>
    <p:sldLayoutId id="2147483668" r:id="rId7"/>
    <p:sldLayoutId id="2147483669" r:id="rId8"/>
    <p:sldLayoutId id="214748367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54">
          <p15:clr>
            <a:srgbClr val="EA4335"/>
          </p15:clr>
        </p15:guide>
        <p15:guide id="4" pos="5306">
          <p15:clr>
            <a:srgbClr val="EA4335"/>
          </p15:clr>
        </p15:guide>
        <p15:guide id="5" orient="horz" pos="340">
          <p15:clr>
            <a:srgbClr val="EA4335"/>
          </p15:clr>
        </p15:guide>
        <p15:guide id="6" orient="horz" pos="2878">
          <p15:clr>
            <a:srgbClr val="EA4335"/>
          </p15:clr>
        </p15:guide>
        <p15:guide id="7" pos="1667">
          <p15:clr>
            <a:srgbClr val="EA4335"/>
          </p15:clr>
        </p15:guide>
        <p15:guide id="8" pos="4093">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476"/>
        <p:cNvGrpSpPr/>
        <p:nvPr/>
      </p:nvGrpSpPr>
      <p:grpSpPr>
        <a:xfrm>
          <a:off x="0" y="0"/>
          <a:ext cx="0" cy="0"/>
          <a:chOff x="0" y="0"/>
          <a:chExt cx="0" cy="0"/>
        </a:xfrm>
      </p:grpSpPr>
      <p:sp>
        <p:nvSpPr>
          <p:cNvPr id="477" name="Google Shape;477;p27"/>
          <p:cNvSpPr txBox="1">
            <a:spLocks noGrp="1"/>
          </p:cNvSpPr>
          <p:nvPr>
            <p:ph type="ctrTitle"/>
          </p:nvPr>
        </p:nvSpPr>
        <p:spPr>
          <a:xfrm>
            <a:off x="720000" y="1016381"/>
            <a:ext cx="4079700" cy="2406000"/>
          </a:xfrm>
          <a:prstGeom prst="rect">
            <a:avLst/>
          </a:prstGeom>
        </p:spPr>
        <p:txBody>
          <a:bodyPr spcFirstLastPara="1" wrap="square" lIns="91425" tIns="91425" rIns="91425" bIns="91425" anchor="b" anchorCtr="0">
            <a:noAutofit/>
          </a:bodyPr>
          <a:lstStyle/>
          <a:p>
            <a:r>
              <a:rPr lang="en" dirty="0"/>
              <a:t>ANALISIS PEMBUATAN WEBSITE LAPAK GAMING</a:t>
            </a:r>
          </a:p>
        </p:txBody>
      </p:sp>
      <p:sp>
        <p:nvSpPr>
          <p:cNvPr id="478" name="Google Shape;478;p27"/>
          <p:cNvSpPr txBox="1">
            <a:spLocks noGrp="1"/>
          </p:cNvSpPr>
          <p:nvPr>
            <p:ph type="subTitle" idx="1"/>
          </p:nvPr>
        </p:nvSpPr>
        <p:spPr>
          <a:xfrm>
            <a:off x="719999" y="3387619"/>
            <a:ext cx="4342655" cy="40204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latin typeface="Cambria" panose="02040503050406030204" pitchFamily="18" charset="0"/>
                <a:ea typeface="Cambria" panose="02040503050406030204" pitchFamily="18" charset="0"/>
              </a:rPr>
              <a:t>Praktikum Pemrograman Web Lanjutan</a:t>
            </a:r>
            <a:endParaRPr sz="1600">
              <a:latin typeface="Cambria" panose="02040503050406030204" pitchFamily="18" charset="0"/>
              <a:ea typeface="Cambria" panose="02040503050406030204" pitchFamily="18" charset="0"/>
            </a:endParaRPr>
          </a:p>
        </p:txBody>
      </p:sp>
      <p:sp>
        <p:nvSpPr>
          <p:cNvPr id="479" name="Google Shape;479;p27"/>
          <p:cNvSpPr/>
          <p:nvPr/>
        </p:nvSpPr>
        <p:spPr>
          <a:xfrm>
            <a:off x="5827391" y="2727835"/>
            <a:ext cx="2584558" cy="1618980"/>
          </a:xfrm>
          <a:custGeom>
            <a:avLst/>
            <a:gdLst/>
            <a:ahLst/>
            <a:cxnLst/>
            <a:rect l="l" t="t" r="r" b="b"/>
            <a:pathLst>
              <a:path w="98572" h="61746" extrusionOk="0">
                <a:moveTo>
                  <a:pt x="5705" y="1"/>
                </a:moveTo>
                <a:cubicBezTo>
                  <a:pt x="2569" y="1"/>
                  <a:pt x="1" y="2536"/>
                  <a:pt x="1" y="5672"/>
                </a:cubicBezTo>
                <a:lnTo>
                  <a:pt x="1" y="56074"/>
                </a:lnTo>
                <a:cubicBezTo>
                  <a:pt x="1" y="59210"/>
                  <a:pt x="2569" y="61745"/>
                  <a:pt x="5705" y="61745"/>
                </a:cubicBezTo>
                <a:lnTo>
                  <a:pt x="92867" y="61745"/>
                </a:lnTo>
                <a:cubicBezTo>
                  <a:pt x="96003" y="61745"/>
                  <a:pt x="98571" y="59210"/>
                  <a:pt x="98571" y="56074"/>
                </a:cubicBezTo>
                <a:lnTo>
                  <a:pt x="98571" y="5672"/>
                </a:lnTo>
                <a:cubicBezTo>
                  <a:pt x="98571" y="2536"/>
                  <a:pt x="96003" y="1"/>
                  <a:pt x="92867" y="1"/>
                </a:cubicBezTo>
                <a:close/>
              </a:path>
            </a:pathLst>
          </a:custGeom>
          <a:solidFill>
            <a:srgbClr val="D0D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7"/>
          <p:cNvSpPr/>
          <p:nvPr/>
        </p:nvSpPr>
        <p:spPr>
          <a:xfrm>
            <a:off x="6036442" y="2901883"/>
            <a:ext cx="2166454" cy="938519"/>
          </a:xfrm>
          <a:custGeom>
            <a:avLst/>
            <a:gdLst/>
            <a:ahLst/>
            <a:cxnLst/>
            <a:rect l="l" t="t" r="r" b="b"/>
            <a:pathLst>
              <a:path w="82626" h="35794" extrusionOk="0">
                <a:moveTo>
                  <a:pt x="2002" y="1"/>
                </a:moveTo>
                <a:cubicBezTo>
                  <a:pt x="901" y="1"/>
                  <a:pt x="0" y="868"/>
                  <a:pt x="0" y="2002"/>
                </a:cubicBezTo>
                <a:lnTo>
                  <a:pt x="0" y="33792"/>
                </a:lnTo>
                <a:cubicBezTo>
                  <a:pt x="0" y="34893"/>
                  <a:pt x="901" y="35793"/>
                  <a:pt x="2002" y="35793"/>
                </a:cubicBezTo>
                <a:lnTo>
                  <a:pt x="80624" y="35793"/>
                </a:lnTo>
                <a:cubicBezTo>
                  <a:pt x="81725" y="35793"/>
                  <a:pt x="82626" y="34893"/>
                  <a:pt x="82626" y="33792"/>
                </a:cubicBezTo>
                <a:lnTo>
                  <a:pt x="82626" y="2002"/>
                </a:lnTo>
                <a:cubicBezTo>
                  <a:pt x="82626" y="868"/>
                  <a:pt x="81725" y="1"/>
                  <a:pt x="80624" y="1"/>
                </a:cubicBezTo>
                <a:close/>
              </a:path>
            </a:pathLst>
          </a:custGeom>
          <a:solidFill>
            <a:srgbClr val="BEC0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7"/>
          <p:cNvSpPr/>
          <p:nvPr/>
        </p:nvSpPr>
        <p:spPr>
          <a:xfrm>
            <a:off x="6804345" y="3515875"/>
            <a:ext cx="125987" cy="13162"/>
          </a:xfrm>
          <a:custGeom>
            <a:avLst/>
            <a:gdLst/>
            <a:ahLst/>
            <a:cxnLst/>
            <a:rect l="l" t="t" r="r" b="b"/>
            <a:pathLst>
              <a:path w="4805" h="502" extrusionOk="0">
                <a:moveTo>
                  <a:pt x="401" y="1"/>
                </a:moveTo>
                <a:cubicBezTo>
                  <a:pt x="168" y="1"/>
                  <a:pt x="1" y="168"/>
                  <a:pt x="1" y="401"/>
                </a:cubicBezTo>
                <a:lnTo>
                  <a:pt x="1" y="501"/>
                </a:lnTo>
                <a:cubicBezTo>
                  <a:pt x="1" y="268"/>
                  <a:pt x="168" y="67"/>
                  <a:pt x="401" y="67"/>
                </a:cubicBezTo>
                <a:lnTo>
                  <a:pt x="4404" y="67"/>
                </a:lnTo>
                <a:cubicBezTo>
                  <a:pt x="4637" y="67"/>
                  <a:pt x="4804" y="268"/>
                  <a:pt x="4804" y="501"/>
                </a:cubicBezTo>
                <a:lnTo>
                  <a:pt x="4804" y="401"/>
                </a:lnTo>
                <a:cubicBezTo>
                  <a:pt x="4804"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7"/>
          <p:cNvSpPr/>
          <p:nvPr/>
        </p:nvSpPr>
        <p:spPr>
          <a:xfrm>
            <a:off x="6804345" y="3204513"/>
            <a:ext cx="125987" cy="13136"/>
          </a:xfrm>
          <a:custGeom>
            <a:avLst/>
            <a:gdLst/>
            <a:ahLst/>
            <a:cxnLst/>
            <a:rect l="l" t="t" r="r" b="b"/>
            <a:pathLst>
              <a:path w="4805" h="501" extrusionOk="0">
                <a:moveTo>
                  <a:pt x="401" y="1"/>
                </a:moveTo>
                <a:cubicBezTo>
                  <a:pt x="168" y="1"/>
                  <a:pt x="1" y="201"/>
                  <a:pt x="1" y="401"/>
                </a:cubicBezTo>
                <a:lnTo>
                  <a:pt x="1" y="501"/>
                </a:lnTo>
                <a:cubicBezTo>
                  <a:pt x="1" y="267"/>
                  <a:pt x="168" y="67"/>
                  <a:pt x="401" y="67"/>
                </a:cubicBezTo>
                <a:lnTo>
                  <a:pt x="4404" y="67"/>
                </a:lnTo>
                <a:cubicBezTo>
                  <a:pt x="4637" y="67"/>
                  <a:pt x="4804" y="267"/>
                  <a:pt x="4804" y="501"/>
                </a:cubicBezTo>
                <a:lnTo>
                  <a:pt x="4804" y="401"/>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7"/>
          <p:cNvSpPr/>
          <p:nvPr/>
        </p:nvSpPr>
        <p:spPr>
          <a:xfrm>
            <a:off x="6804345" y="3061064"/>
            <a:ext cx="125987" cy="13162"/>
          </a:xfrm>
          <a:custGeom>
            <a:avLst/>
            <a:gdLst/>
            <a:ahLst/>
            <a:cxnLst/>
            <a:rect l="l" t="t" r="r" b="b"/>
            <a:pathLst>
              <a:path w="4805" h="502" extrusionOk="0">
                <a:moveTo>
                  <a:pt x="401" y="1"/>
                </a:moveTo>
                <a:cubicBezTo>
                  <a:pt x="168" y="1"/>
                  <a:pt x="1" y="201"/>
                  <a:pt x="1" y="435"/>
                </a:cubicBezTo>
                <a:lnTo>
                  <a:pt x="1" y="501"/>
                </a:lnTo>
                <a:cubicBezTo>
                  <a:pt x="1" y="268"/>
                  <a:pt x="168" y="101"/>
                  <a:pt x="401" y="101"/>
                </a:cubicBezTo>
                <a:lnTo>
                  <a:pt x="4404" y="101"/>
                </a:lnTo>
                <a:cubicBezTo>
                  <a:pt x="4637" y="101"/>
                  <a:pt x="4804" y="268"/>
                  <a:pt x="4804" y="501"/>
                </a:cubicBezTo>
                <a:lnTo>
                  <a:pt x="4804" y="435"/>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7"/>
          <p:cNvSpPr/>
          <p:nvPr/>
        </p:nvSpPr>
        <p:spPr>
          <a:xfrm>
            <a:off x="6804345" y="3360207"/>
            <a:ext cx="125987" cy="12271"/>
          </a:xfrm>
          <a:custGeom>
            <a:avLst/>
            <a:gdLst/>
            <a:ahLst/>
            <a:cxnLst/>
            <a:rect l="l" t="t" r="r" b="b"/>
            <a:pathLst>
              <a:path w="4805" h="468" extrusionOk="0">
                <a:moveTo>
                  <a:pt x="401" y="0"/>
                </a:moveTo>
                <a:cubicBezTo>
                  <a:pt x="168" y="0"/>
                  <a:pt x="1" y="167"/>
                  <a:pt x="1" y="400"/>
                </a:cubicBezTo>
                <a:lnTo>
                  <a:pt x="1" y="467"/>
                </a:lnTo>
                <a:cubicBezTo>
                  <a:pt x="1" y="267"/>
                  <a:pt x="168" y="67"/>
                  <a:pt x="401" y="67"/>
                </a:cubicBezTo>
                <a:lnTo>
                  <a:pt x="4404" y="67"/>
                </a:lnTo>
                <a:cubicBezTo>
                  <a:pt x="4637" y="67"/>
                  <a:pt x="4804" y="267"/>
                  <a:pt x="4804" y="467"/>
                </a:cubicBezTo>
                <a:lnTo>
                  <a:pt x="4804" y="400"/>
                </a:lnTo>
                <a:cubicBezTo>
                  <a:pt x="4804"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7"/>
          <p:cNvSpPr/>
          <p:nvPr/>
        </p:nvSpPr>
        <p:spPr>
          <a:xfrm>
            <a:off x="6288337" y="3360207"/>
            <a:ext cx="126826" cy="13136"/>
          </a:xfrm>
          <a:custGeom>
            <a:avLst/>
            <a:gdLst/>
            <a:ahLst/>
            <a:cxnLst/>
            <a:rect l="l" t="t" r="r" b="b"/>
            <a:pathLst>
              <a:path w="4837" h="501" extrusionOk="0">
                <a:moveTo>
                  <a:pt x="400" y="0"/>
                </a:moveTo>
                <a:cubicBezTo>
                  <a:pt x="167" y="0"/>
                  <a:pt x="0" y="167"/>
                  <a:pt x="0" y="400"/>
                </a:cubicBezTo>
                <a:lnTo>
                  <a:pt x="0" y="500"/>
                </a:lnTo>
                <a:cubicBezTo>
                  <a:pt x="0" y="267"/>
                  <a:pt x="167" y="67"/>
                  <a:pt x="400" y="67"/>
                </a:cubicBezTo>
                <a:lnTo>
                  <a:pt x="4403" y="67"/>
                </a:lnTo>
                <a:cubicBezTo>
                  <a:pt x="4637" y="67"/>
                  <a:pt x="4837" y="267"/>
                  <a:pt x="4837" y="500"/>
                </a:cubicBezTo>
                <a:lnTo>
                  <a:pt x="4837" y="400"/>
                </a:lnTo>
                <a:cubicBezTo>
                  <a:pt x="4837" y="167"/>
                  <a:pt x="4637" y="0"/>
                  <a:pt x="440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7"/>
          <p:cNvSpPr/>
          <p:nvPr/>
        </p:nvSpPr>
        <p:spPr>
          <a:xfrm>
            <a:off x="6804345" y="2967485"/>
            <a:ext cx="125987" cy="13162"/>
          </a:xfrm>
          <a:custGeom>
            <a:avLst/>
            <a:gdLst/>
            <a:ahLst/>
            <a:cxnLst/>
            <a:rect l="l" t="t" r="r" b="b"/>
            <a:pathLst>
              <a:path w="4805" h="502" extrusionOk="0">
                <a:moveTo>
                  <a:pt x="401" y="1"/>
                </a:moveTo>
                <a:cubicBezTo>
                  <a:pt x="168" y="1"/>
                  <a:pt x="1" y="201"/>
                  <a:pt x="1" y="434"/>
                </a:cubicBezTo>
                <a:lnTo>
                  <a:pt x="1" y="501"/>
                </a:lnTo>
                <a:cubicBezTo>
                  <a:pt x="1" y="268"/>
                  <a:pt x="168" y="101"/>
                  <a:pt x="401" y="101"/>
                </a:cubicBezTo>
                <a:lnTo>
                  <a:pt x="4404" y="101"/>
                </a:lnTo>
                <a:cubicBezTo>
                  <a:pt x="4637" y="101"/>
                  <a:pt x="4804" y="268"/>
                  <a:pt x="4804" y="501"/>
                </a:cubicBezTo>
                <a:lnTo>
                  <a:pt x="4804" y="434"/>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7"/>
          <p:cNvSpPr/>
          <p:nvPr/>
        </p:nvSpPr>
        <p:spPr>
          <a:xfrm>
            <a:off x="6288337" y="3061064"/>
            <a:ext cx="126826" cy="13162"/>
          </a:xfrm>
          <a:custGeom>
            <a:avLst/>
            <a:gdLst/>
            <a:ahLst/>
            <a:cxnLst/>
            <a:rect l="l" t="t" r="r" b="b"/>
            <a:pathLst>
              <a:path w="4837" h="502" extrusionOk="0">
                <a:moveTo>
                  <a:pt x="400" y="1"/>
                </a:moveTo>
                <a:cubicBezTo>
                  <a:pt x="167" y="1"/>
                  <a:pt x="0" y="201"/>
                  <a:pt x="0" y="435"/>
                </a:cubicBezTo>
                <a:lnTo>
                  <a:pt x="0" y="501"/>
                </a:lnTo>
                <a:cubicBezTo>
                  <a:pt x="0" y="268"/>
                  <a:pt x="167" y="101"/>
                  <a:pt x="400" y="101"/>
                </a:cubicBezTo>
                <a:lnTo>
                  <a:pt x="4403" y="101"/>
                </a:lnTo>
                <a:cubicBezTo>
                  <a:pt x="4637" y="101"/>
                  <a:pt x="4837" y="268"/>
                  <a:pt x="4837" y="501"/>
                </a:cubicBezTo>
                <a:lnTo>
                  <a:pt x="4837" y="435"/>
                </a:lnTo>
                <a:cubicBezTo>
                  <a:pt x="4837" y="201"/>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7"/>
          <p:cNvSpPr/>
          <p:nvPr/>
        </p:nvSpPr>
        <p:spPr>
          <a:xfrm>
            <a:off x="6116020" y="3204513"/>
            <a:ext cx="299144" cy="13136"/>
          </a:xfrm>
          <a:custGeom>
            <a:avLst/>
            <a:gdLst/>
            <a:ahLst/>
            <a:cxnLst/>
            <a:rect l="l" t="t" r="r" b="b"/>
            <a:pathLst>
              <a:path w="11409" h="501" extrusionOk="0">
                <a:moveTo>
                  <a:pt x="434" y="1"/>
                </a:moveTo>
                <a:cubicBezTo>
                  <a:pt x="201" y="1"/>
                  <a:pt x="1" y="167"/>
                  <a:pt x="1" y="401"/>
                </a:cubicBezTo>
                <a:lnTo>
                  <a:pt x="1" y="501"/>
                </a:lnTo>
                <a:cubicBezTo>
                  <a:pt x="1" y="267"/>
                  <a:pt x="201" y="67"/>
                  <a:pt x="434" y="67"/>
                </a:cubicBezTo>
                <a:lnTo>
                  <a:pt x="10975" y="67"/>
                </a:lnTo>
                <a:cubicBezTo>
                  <a:pt x="11209" y="67"/>
                  <a:pt x="11409" y="267"/>
                  <a:pt x="11409" y="501"/>
                </a:cubicBezTo>
                <a:lnTo>
                  <a:pt x="11409" y="401"/>
                </a:lnTo>
                <a:cubicBezTo>
                  <a:pt x="11409" y="167"/>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7"/>
          <p:cNvSpPr/>
          <p:nvPr/>
        </p:nvSpPr>
        <p:spPr>
          <a:xfrm>
            <a:off x="6288337" y="3671568"/>
            <a:ext cx="126826" cy="13136"/>
          </a:xfrm>
          <a:custGeom>
            <a:avLst/>
            <a:gdLst/>
            <a:ahLst/>
            <a:cxnLst/>
            <a:rect l="l" t="t" r="r" b="b"/>
            <a:pathLst>
              <a:path w="4837" h="501" extrusionOk="0">
                <a:moveTo>
                  <a:pt x="400" y="0"/>
                </a:moveTo>
                <a:cubicBezTo>
                  <a:pt x="167" y="0"/>
                  <a:pt x="0" y="167"/>
                  <a:pt x="0" y="401"/>
                </a:cubicBezTo>
                <a:lnTo>
                  <a:pt x="0" y="501"/>
                </a:lnTo>
                <a:cubicBezTo>
                  <a:pt x="0" y="267"/>
                  <a:pt x="167" y="67"/>
                  <a:pt x="400" y="67"/>
                </a:cubicBezTo>
                <a:lnTo>
                  <a:pt x="4403" y="67"/>
                </a:lnTo>
                <a:cubicBezTo>
                  <a:pt x="4637" y="67"/>
                  <a:pt x="4837" y="267"/>
                  <a:pt x="4837" y="501"/>
                </a:cubicBezTo>
                <a:lnTo>
                  <a:pt x="4837" y="401"/>
                </a:lnTo>
                <a:cubicBezTo>
                  <a:pt x="4837" y="167"/>
                  <a:pt x="4637" y="0"/>
                  <a:pt x="440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7"/>
          <p:cNvSpPr/>
          <p:nvPr/>
        </p:nvSpPr>
        <p:spPr>
          <a:xfrm>
            <a:off x="6288337" y="3515875"/>
            <a:ext cx="126826" cy="13162"/>
          </a:xfrm>
          <a:custGeom>
            <a:avLst/>
            <a:gdLst/>
            <a:ahLst/>
            <a:cxnLst/>
            <a:rect l="l" t="t" r="r" b="b"/>
            <a:pathLst>
              <a:path w="4837" h="502" extrusionOk="0">
                <a:moveTo>
                  <a:pt x="400" y="1"/>
                </a:moveTo>
                <a:cubicBezTo>
                  <a:pt x="167" y="1"/>
                  <a:pt x="0" y="168"/>
                  <a:pt x="0" y="401"/>
                </a:cubicBezTo>
                <a:lnTo>
                  <a:pt x="0" y="501"/>
                </a:lnTo>
                <a:cubicBezTo>
                  <a:pt x="0" y="268"/>
                  <a:pt x="167" y="67"/>
                  <a:pt x="400" y="67"/>
                </a:cubicBezTo>
                <a:lnTo>
                  <a:pt x="4403" y="67"/>
                </a:lnTo>
                <a:cubicBezTo>
                  <a:pt x="4637" y="67"/>
                  <a:pt x="4837" y="268"/>
                  <a:pt x="4837" y="501"/>
                </a:cubicBezTo>
                <a:lnTo>
                  <a:pt x="4837" y="401"/>
                </a:lnTo>
                <a:cubicBezTo>
                  <a:pt x="4837" y="168"/>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7"/>
          <p:cNvSpPr/>
          <p:nvPr/>
        </p:nvSpPr>
        <p:spPr>
          <a:xfrm>
            <a:off x="6288337" y="2967485"/>
            <a:ext cx="126826" cy="13162"/>
          </a:xfrm>
          <a:custGeom>
            <a:avLst/>
            <a:gdLst/>
            <a:ahLst/>
            <a:cxnLst/>
            <a:rect l="l" t="t" r="r" b="b"/>
            <a:pathLst>
              <a:path w="4837" h="502" extrusionOk="0">
                <a:moveTo>
                  <a:pt x="400" y="1"/>
                </a:moveTo>
                <a:cubicBezTo>
                  <a:pt x="167" y="1"/>
                  <a:pt x="0" y="201"/>
                  <a:pt x="0" y="434"/>
                </a:cubicBezTo>
                <a:lnTo>
                  <a:pt x="0" y="501"/>
                </a:lnTo>
                <a:cubicBezTo>
                  <a:pt x="0" y="268"/>
                  <a:pt x="167" y="101"/>
                  <a:pt x="400" y="101"/>
                </a:cubicBezTo>
                <a:lnTo>
                  <a:pt x="4403" y="101"/>
                </a:lnTo>
                <a:cubicBezTo>
                  <a:pt x="4637" y="101"/>
                  <a:pt x="4837" y="268"/>
                  <a:pt x="4837" y="501"/>
                </a:cubicBezTo>
                <a:lnTo>
                  <a:pt x="4837" y="434"/>
                </a:lnTo>
                <a:cubicBezTo>
                  <a:pt x="4837" y="201"/>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7"/>
          <p:cNvSpPr/>
          <p:nvPr/>
        </p:nvSpPr>
        <p:spPr>
          <a:xfrm>
            <a:off x="7147196" y="2967485"/>
            <a:ext cx="126852" cy="13162"/>
          </a:xfrm>
          <a:custGeom>
            <a:avLst/>
            <a:gdLst/>
            <a:ahLst/>
            <a:cxnLst/>
            <a:rect l="l" t="t" r="r" b="b"/>
            <a:pathLst>
              <a:path w="4838" h="502" extrusionOk="0">
                <a:moveTo>
                  <a:pt x="434" y="1"/>
                </a:moveTo>
                <a:cubicBezTo>
                  <a:pt x="201" y="1"/>
                  <a:pt x="1" y="201"/>
                  <a:pt x="1" y="434"/>
                </a:cubicBezTo>
                <a:lnTo>
                  <a:pt x="1" y="501"/>
                </a:lnTo>
                <a:cubicBezTo>
                  <a:pt x="34"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7"/>
          <p:cNvSpPr/>
          <p:nvPr/>
        </p:nvSpPr>
        <p:spPr>
          <a:xfrm>
            <a:off x="7147196" y="3061064"/>
            <a:ext cx="126852" cy="13162"/>
          </a:xfrm>
          <a:custGeom>
            <a:avLst/>
            <a:gdLst/>
            <a:ahLst/>
            <a:cxnLst/>
            <a:rect l="l" t="t" r="r" b="b"/>
            <a:pathLst>
              <a:path w="4838" h="502" extrusionOk="0">
                <a:moveTo>
                  <a:pt x="434" y="1"/>
                </a:moveTo>
                <a:cubicBezTo>
                  <a:pt x="201" y="1"/>
                  <a:pt x="1" y="201"/>
                  <a:pt x="1" y="435"/>
                </a:cubicBezTo>
                <a:lnTo>
                  <a:pt x="1" y="501"/>
                </a:lnTo>
                <a:cubicBezTo>
                  <a:pt x="34" y="268"/>
                  <a:pt x="201" y="101"/>
                  <a:pt x="434" y="101"/>
                </a:cubicBezTo>
                <a:lnTo>
                  <a:pt x="4437" y="101"/>
                </a:lnTo>
                <a:cubicBezTo>
                  <a:pt x="4671" y="101"/>
                  <a:pt x="4838" y="268"/>
                  <a:pt x="4838" y="501"/>
                </a:cubicBezTo>
                <a:lnTo>
                  <a:pt x="4838" y="435"/>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7"/>
          <p:cNvSpPr/>
          <p:nvPr/>
        </p:nvSpPr>
        <p:spPr>
          <a:xfrm>
            <a:off x="7147196" y="3204513"/>
            <a:ext cx="126852" cy="13136"/>
          </a:xfrm>
          <a:custGeom>
            <a:avLst/>
            <a:gdLst/>
            <a:ahLst/>
            <a:cxnLst/>
            <a:rect l="l" t="t" r="r" b="b"/>
            <a:pathLst>
              <a:path w="4838" h="501" extrusionOk="0">
                <a:moveTo>
                  <a:pt x="434" y="1"/>
                </a:moveTo>
                <a:cubicBezTo>
                  <a:pt x="201" y="1"/>
                  <a:pt x="1" y="201"/>
                  <a:pt x="1" y="401"/>
                </a:cubicBezTo>
                <a:lnTo>
                  <a:pt x="1" y="501"/>
                </a:lnTo>
                <a:cubicBezTo>
                  <a:pt x="34" y="267"/>
                  <a:pt x="201" y="67"/>
                  <a:pt x="434" y="67"/>
                </a:cubicBezTo>
                <a:lnTo>
                  <a:pt x="4437" y="67"/>
                </a:lnTo>
                <a:cubicBezTo>
                  <a:pt x="4671" y="67"/>
                  <a:pt x="4838" y="267"/>
                  <a:pt x="4838" y="501"/>
                </a:cubicBezTo>
                <a:lnTo>
                  <a:pt x="4838" y="401"/>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7"/>
          <p:cNvSpPr/>
          <p:nvPr/>
        </p:nvSpPr>
        <p:spPr>
          <a:xfrm>
            <a:off x="6975771" y="3061064"/>
            <a:ext cx="126852" cy="13162"/>
          </a:xfrm>
          <a:custGeom>
            <a:avLst/>
            <a:gdLst/>
            <a:ahLst/>
            <a:cxnLst/>
            <a:rect l="l" t="t" r="r" b="b"/>
            <a:pathLst>
              <a:path w="4838" h="502" extrusionOk="0">
                <a:moveTo>
                  <a:pt x="434" y="1"/>
                </a:moveTo>
                <a:cubicBezTo>
                  <a:pt x="201" y="1"/>
                  <a:pt x="1" y="201"/>
                  <a:pt x="1" y="435"/>
                </a:cubicBezTo>
                <a:lnTo>
                  <a:pt x="1" y="501"/>
                </a:lnTo>
                <a:cubicBezTo>
                  <a:pt x="1" y="268"/>
                  <a:pt x="201" y="101"/>
                  <a:pt x="434" y="101"/>
                </a:cubicBezTo>
                <a:lnTo>
                  <a:pt x="4404" y="101"/>
                </a:lnTo>
                <a:cubicBezTo>
                  <a:pt x="4637" y="101"/>
                  <a:pt x="4838" y="268"/>
                  <a:pt x="4838" y="501"/>
                </a:cubicBezTo>
                <a:lnTo>
                  <a:pt x="4838" y="435"/>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7"/>
          <p:cNvSpPr/>
          <p:nvPr/>
        </p:nvSpPr>
        <p:spPr>
          <a:xfrm>
            <a:off x="6975771" y="3204513"/>
            <a:ext cx="126852" cy="13136"/>
          </a:xfrm>
          <a:custGeom>
            <a:avLst/>
            <a:gdLst/>
            <a:ahLst/>
            <a:cxnLst/>
            <a:rect l="l" t="t" r="r" b="b"/>
            <a:pathLst>
              <a:path w="4838" h="501" extrusionOk="0">
                <a:moveTo>
                  <a:pt x="434" y="1"/>
                </a:moveTo>
                <a:cubicBezTo>
                  <a:pt x="201" y="1"/>
                  <a:pt x="1" y="201"/>
                  <a:pt x="1" y="401"/>
                </a:cubicBezTo>
                <a:lnTo>
                  <a:pt x="1" y="501"/>
                </a:lnTo>
                <a:cubicBezTo>
                  <a:pt x="1" y="267"/>
                  <a:pt x="201" y="67"/>
                  <a:pt x="434" y="67"/>
                </a:cubicBezTo>
                <a:lnTo>
                  <a:pt x="4404" y="67"/>
                </a:lnTo>
                <a:cubicBezTo>
                  <a:pt x="4637" y="67"/>
                  <a:pt x="4838" y="267"/>
                  <a:pt x="4838" y="501"/>
                </a:cubicBezTo>
                <a:lnTo>
                  <a:pt x="4838" y="401"/>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7"/>
          <p:cNvSpPr/>
          <p:nvPr/>
        </p:nvSpPr>
        <p:spPr>
          <a:xfrm>
            <a:off x="6975771" y="3360207"/>
            <a:ext cx="126852" cy="12271"/>
          </a:xfrm>
          <a:custGeom>
            <a:avLst/>
            <a:gdLst/>
            <a:ahLst/>
            <a:cxnLst/>
            <a:rect l="l" t="t" r="r" b="b"/>
            <a:pathLst>
              <a:path w="4838" h="468" extrusionOk="0">
                <a:moveTo>
                  <a:pt x="434" y="0"/>
                </a:moveTo>
                <a:cubicBezTo>
                  <a:pt x="201" y="0"/>
                  <a:pt x="1" y="167"/>
                  <a:pt x="1" y="400"/>
                </a:cubicBezTo>
                <a:lnTo>
                  <a:pt x="1" y="467"/>
                </a:lnTo>
                <a:cubicBezTo>
                  <a:pt x="1" y="267"/>
                  <a:pt x="201" y="67"/>
                  <a:pt x="434" y="67"/>
                </a:cubicBezTo>
                <a:lnTo>
                  <a:pt x="4404" y="67"/>
                </a:lnTo>
                <a:cubicBezTo>
                  <a:pt x="4637" y="67"/>
                  <a:pt x="4838" y="267"/>
                  <a:pt x="4838" y="467"/>
                </a:cubicBezTo>
                <a:lnTo>
                  <a:pt x="4838" y="400"/>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7"/>
          <p:cNvSpPr/>
          <p:nvPr/>
        </p:nvSpPr>
        <p:spPr>
          <a:xfrm>
            <a:off x="7147196" y="3360207"/>
            <a:ext cx="126852" cy="12271"/>
          </a:xfrm>
          <a:custGeom>
            <a:avLst/>
            <a:gdLst/>
            <a:ahLst/>
            <a:cxnLst/>
            <a:rect l="l" t="t" r="r" b="b"/>
            <a:pathLst>
              <a:path w="4838" h="468" extrusionOk="0">
                <a:moveTo>
                  <a:pt x="434" y="0"/>
                </a:moveTo>
                <a:cubicBezTo>
                  <a:pt x="201" y="0"/>
                  <a:pt x="1" y="167"/>
                  <a:pt x="1" y="400"/>
                </a:cubicBezTo>
                <a:lnTo>
                  <a:pt x="1" y="467"/>
                </a:lnTo>
                <a:cubicBezTo>
                  <a:pt x="34" y="267"/>
                  <a:pt x="201" y="67"/>
                  <a:pt x="434" y="67"/>
                </a:cubicBezTo>
                <a:lnTo>
                  <a:pt x="4437" y="67"/>
                </a:lnTo>
                <a:cubicBezTo>
                  <a:pt x="4671" y="67"/>
                  <a:pt x="4838" y="267"/>
                  <a:pt x="4838" y="467"/>
                </a:cubicBezTo>
                <a:lnTo>
                  <a:pt x="4838" y="400"/>
                </a:lnTo>
                <a:cubicBezTo>
                  <a:pt x="4838"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7"/>
          <p:cNvSpPr/>
          <p:nvPr/>
        </p:nvSpPr>
        <p:spPr>
          <a:xfrm>
            <a:off x="6975771"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7"/>
          <p:cNvSpPr/>
          <p:nvPr/>
        </p:nvSpPr>
        <p:spPr>
          <a:xfrm>
            <a:off x="6975771" y="2967485"/>
            <a:ext cx="126852" cy="13162"/>
          </a:xfrm>
          <a:custGeom>
            <a:avLst/>
            <a:gdLst/>
            <a:ahLst/>
            <a:cxnLst/>
            <a:rect l="l" t="t" r="r" b="b"/>
            <a:pathLst>
              <a:path w="4838" h="502" extrusionOk="0">
                <a:moveTo>
                  <a:pt x="434" y="1"/>
                </a:moveTo>
                <a:cubicBezTo>
                  <a:pt x="201" y="1"/>
                  <a:pt x="1" y="201"/>
                  <a:pt x="1" y="434"/>
                </a:cubicBezTo>
                <a:lnTo>
                  <a:pt x="1" y="501"/>
                </a:lnTo>
                <a:cubicBezTo>
                  <a:pt x="1" y="268"/>
                  <a:pt x="201" y="101"/>
                  <a:pt x="434"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7"/>
          <p:cNvSpPr/>
          <p:nvPr/>
        </p:nvSpPr>
        <p:spPr>
          <a:xfrm>
            <a:off x="7147196" y="3515875"/>
            <a:ext cx="126852" cy="13162"/>
          </a:xfrm>
          <a:custGeom>
            <a:avLst/>
            <a:gdLst/>
            <a:ahLst/>
            <a:cxnLst/>
            <a:rect l="l" t="t" r="r" b="b"/>
            <a:pathLst>
              <a:path w="4838" h="502" extrusionOk="0">
                <a:moveTo>
                  <a:pt x="434" y="1"/>
                </a:moveTo>
                <a:cubicBezTo>
                  <a:pt x="201" y="1"/>
                  <a:pt x="1" y="168"/>
                  <a:pt x="1" y="401"/>
                </a:cubicBezTo>
                <a:lnTo>
                  <a:pt x="1" y="501"/>
                </a:lnTo>
                <a:cubicBezTo>
                  <a:pt x="34"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7"/>
          <p:cNvSpPr/>
          <p:nvPr/>
        </p:nvSpPr>
        <p:spPr>
          <a:xfrm>
            <a:off x="6804345" y="3671568"/>
            <a:ext cx="814315" cy="13136"/>
          </a:xfrm>
          <a:custGeom>
            <a:avLst/>
            <a:gdLst/>
            <a:ahLst/>
            <a:cxnLst/>
            <a:rect l="l" t="t" r="r" b="b"/>
            <a:pathLst>
              <a:path w="31057" h="501" extrusionOk="0">
                <a:moveTo>
                  <a:pt x="401" y="0"/>
                </a:moveTo>
                <a:cubicBezTo>
                  <a:pt x="168" y="0"/>
                  <a:pt x="1" y="167"/>
                  <a:pt x="1" y="401"/>
                </a:cubicBezTo>
                <a:lnTo>
                  <a:pt x="1" y="501"/>
                </a:lnTo>
                <a:cubicBezTo>
                  <a:pt x="1" y="267"/>
                  <a:pt x="168" y="67"/>
                  <a:pt x="401" y="67"/>
                </a:cubicBezTo>
                <a:lnTo>
                  <a:pt x="30623" y="67"/>
                </a:lnTo>
                <a:cubicBezTo>
                  <a:pt x="30856" y="67"/>
                  <a:pt x="31056" y="267"/>
                  <a:pt x="31056" y="501"/>
                </a:cubicBezTo>
                <a:lnTo>
                  <a:pt x="31056" y="401"/>
                </a:lnTo>
                <a:cubicBezTo>
                  <a:pt x="31056" y="167"/>
                  <a:pt x="30856" y="0"/>
                  <a:pt x="3062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7"/>
          <p:cNvSpPr/>
          <p:nvPr/>
        </p:nvSpPr>
        <p:spPr>
          <a:xfrm>
            <a:off x="6632054" y="3515875"/>
            <a:ext cx="126852" cy="13162"/>
          </a:xfrm>
          <a:custGeom>
            <a:avLst/>
            <a:gdLst/>
            <a:ahLst/>
            <a:cxnLst/>
            <a:rect l="l" t="t" r="r" b="b"/>
            <a:pathLst>
              <a:path w="4838" h="502" extrusionOk="0">
                <a:moveTo>
                  <a:pt x="401" y="1"/>
                </a:moveTo>
                <a:cubicBezTo>
                  <a:pt x="201" y="1"/>
                  <a:pt x="0" y="168"/>
                  <a:pt x="0" y="401"/>
                </a:cubicBezTo>
                <a:lnTo>
                  <a:pt x="0" y="501"/>
                </a:lnTo>
                <a:cubicBezTo>
                  <a:pt x="0" y="268"/>
                  <a:pt x="201"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7"/>
          <p:cNvSpPr/>
          <p:nvPr/>
        </p:nvSpPr>
        <p:spPr>
          <a:xfrm>
            <a:off x="6459763" y="2967485"/>
            <a:ext cx="126826" cy="13162"/>
          </a:xfrm>
          <a:custGeom>
            <a:avLst/>
            <a:gdLst/>
            <a:ahLst/>
            <a:cxnLst/>
            <a:rect l="l" t="t" r="r" b="b"/>
            <a:pathLst>
              <a:path w="4837" h="502" extrusionOk="0">
                <a:moveTo>
                  <a:pt x="434" y="1"/>
                </a:moveTo>
                <a:cubicBezTo>
                  <a:pt x="200" y="1"/>
                  <a:pt x="0" y="201"/>
                  <a:pt x="0" y="434"/>
                </a:cubicBezTo>
                <a:lnTo>
                  <a:pt x="0" y="501"/>
                </a:lnTo>
                <a:cubicBezTo>
                  <a:pt x="0" y="268"/>
                  <a:pt x="200" y="101"/>
                  <a:pt x="434" y="101"/>
                </a:cubicBezTo>
                <a:lnTo>
                  <a:pt x="4437" y="101"/>
                </a:lnTo>
                <a:cubicBezTo>
                  <a:pt x="4670" y="101"/>
                  <a:pt x="4837" y="268"/>
                  <a:pt x="4837" y="501"/>
                </a:cubicBezTo>
                <a:lnTo>
                  <a:pt x="4837" y="434"/>
                </a:lnTo>
                <a:cubicBezTo>
                  <a:pt x="4837" y="201"/>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7"/>
          <p:cNvSpPr/>
          <p:nvPr/>
        </p:nvSpPr>
        <p:spPr>
          <a:xfrm>
            <a:off x="6632054" y="3671568"/>
            <a:ext cx="126852" cy="13136"/>
          </a:xfrm>
          <a:custGeom>
            <a:avLst/>
            <a:gdLst/>
            <a:ahLst/>
            <a:cxnLst/>
            <a:rect l="l" t="t" r="r" b="b"/>
            <a:pathLst>
              <a:path w="4838" h="501" extrusionOk="0">
                <a:moveTo>
                  <a:pt x="401" y="0"/>
                </a:moveTo>
                <a:cubicBezTo>
                  <a:pt x="201" y="0"/>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7"/>
          <p:cNvSpPr/>
          <p:nvPr/>
        </p:nvSpPr>
        <p:spPr>
          <a:xfrm>
            <a:off x="6459763" y="3671568"/>
            <a:ext cx="126826" cy="13136"/>
          </a:xfrm>
          <a:custGeom>
            <a:avLst/>
            <a:gdLst/>
            <a:ahLst/>
            <a:cxnLst/>
            <a:rect l="l" t="t" r="r" b="b"/>
            <a:pathLst>
              <a:path w="4837" h="501" extrusionOk="0">
                <a:moveTo>
                  <a:pt x="434" y="0"/>
                </a:moveTo>
                <a:cubicBezTo>
                  <a:pt x="200" y="0"/>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7"/>
          <p:cNvSpPr/>
          <p:nvPr/>
        </p:nvSpPr>
        <p:spPr>
          <a:xfrm>
            <a:off x="6459763" y="3061064"/>
            <a:ext cx="126826" cy="13162"/>
          </a:xfrm>
          <a:custGeom>
            <a:avLst/>
            <a:gdLst/>
            <a:ahLst/>
            <a:cxnLst/>
            <a:rect l="l" t="t" r="r" b="b"/>
            <a:pathLst>
              <a:path w="4837" h="502" extrusionOk="0">
                <a:moveTo>
                  <a:pt x="434" y="1"/>
                </a:moveTo>
                <a:cubicBezTo>
                  <a:pt x="200" y="1"/>
                  <a:pt x="0" y="201"/>
                  <a:pt x="0" y="435"/>
                </a:cubicBezTo>
                <a:lnTo>
                  <a:pt x="0" y="501"/>
                </a:lnTo>
                <a:cubicBezTo>
                  <a:pt x="0" y="268"/>
                  <a:pt x="200" y="101"/>
                  <a:pt x="434" y="101"/>
                </a:cubicBezTo>
                <a:lnTo>
                  <a:pt x="4437" y="101"/>
                </a:lnTo>
                <a:cubicBezTo>
                  <a:pt x="4670" y="101"/>
                  <a:pt x="4837" y="268"/>
                  <a:pt x="4837" y="501"/>
                </a:cubicBezTo>
                <a:lnTo>
                  <a:pt x="4837" y="435"/>
                </a:lnTo>
                <a:cubicBezTo>
                  <a:pt x="4837" y="201"/>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7"/>
          <p:cNvSpPr/>
          <p:nvPr/>
        </p:nvSpPr>
        <p:spPr>
          <a:xfrm>
            <a:off x="6459763" y="3515875"/>
            <a:ext cx="126826" cy="13162"/>
          </a:xfrm>
          <a:custGeom>
            <a:avLst/>
            <a:gdLst/>
            <a:ahLst/>
            <a:cxnLst/>
            <a:rect l="l" t="t" r="r" b="b"/>
            <a:pathLst>
              <a:path w="4837" h="502" extrusionOk="0">
                <a:moveTo>
                  <a:pt x="434" y="1"/>
                </a:moveTo>
                <a:cubicBezTo>
                  <a:pt x="200" y="1"/>
                  <a:pt x="0" y="168"/>
                  <a:pt x="0" y="401"/>
                </a:cubicBezTo>
                <a:lnTo>
                  <a:pt x="0" y="501"/>
                </a:lnTo>
                <a:cubicBezTo>
                  <a:pt x="0" y="268"/>
                  <a:pt x="200" y="67"/>
                  <a:pt x="434" y="67"/>
                </a:cubicBezTo>
                <a:lnTo>
                  <a:pt x="4437" y="67"/>
                </a:lnTo>
                <a:cubicBezTo>
                  <a:pt x="4670" y="67"/>
                  <a:pt x="4837" y="268"/>
                  <a:pt x="4837" y="501"/>
                </a:cubicBezTo>
                <a:lnTo>
                  <a:pt x="4837" y="401"/>
                </a:lnTo>
                <a:cubicBezTo>
                  <a:pt x="4837" y="168"/>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7"/>
          <p:cNvSpPr/>
          <p:nvPr/>
        </p:nvSpPr>
        <p:spPr>
          <a:xfrm>
            <a:off x="6459763" y="3204513"/>
            <a:ext cx="126826" cy="13136"/>
          </a:xfrm>
          <a:custGeom>
            <a:avLst/>
            <a:gdLst/>
            <a:ahLst/>
            <a:cxnLst/>
            <a:rect l="l" t="t" r="r" b="b"/>
            <a:pathLst>
              <a:path w="4837" h="501" extrusionOk="0">
                <a:moveTo>
                  <a:pt x="434" y="1"/>
                </a:moveTo>
                <a:cubicBezTo>
                  <a:pt x="200" y="1"/>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7"/>
          <p:cNvSpPr/>
          <p:nvPr/>
        </p:nvSpPr>
        <p:spPr>
          <a:xfrm>
            <a:off x="6459763" y="3360207"/>
            <a:ext cx="126826" cy="13136"/>
          </a:xfrm>
          <a:custGeom>
            <a:avLst/>
            <a:gdLst/>
            <a:ahLst/>
            <a:cxnLst/>
            <a:rect l="l" t="t" r="r" b="b"/>
            <a:pathLst>
              <a:path w="4837" h="501" extrusionOk="0">
                <a:moveTo>
                  <a:pt x="434" y="0"/>
                </a:moveTo>
                <a:cubicBezTo>
                  <a:pt x="200" y="0"/>
                  <a:pt x="0" y="167"/>
                  <a:pt x="0" y="400"/>
                </a:cubicBezTo>
                <a:lnTo>
                  <a:pt x="0" y="500"/>
                </a:lnTo>
                <a:cubicBezTo>
                  <a:pt x="0" y="267"/>
                  <a:pt x="200" y="67"/>
                  <a:pt x="434" y="67"/>
                </a:cubicBezTo>
                <a:lnTo>
                  <a:pt x="4437" y="67"/>
                </a:lnTo>
                <a:cubicBezTo>
                  <a:pt x="4670" y="67"/>
                  <a:pt x="4837" y="267"/>
                  <a:pt x="4837" y="500"/>
                </a:cubicBezTo>
                <a:lnTo>
                  <a:pt x="4837" y="400"/>
                </a:lnTo>
                <a:cubicBezTo>
                  <a:pt x="4837" y="167"/>
                  <a:pt x="4670"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7"/>
          <p:cNvSpPr/>
          <p:nvPr/>
        </p:nvSpPr>
        <p:spPr>
          <a:xfrm>
            <a:off x="6632054" y="2967485"/>
            <a:ext cx="126852" cy="13162"/>
          </a:xfrm>
          <a:custGeom>
            <a:avLst/>
            <a:gdLst/>
            <a:ahLst/>
            <a:cxnLst/>
            <a:rect l="l" t="t" r="r" b="b"/>
            <a:pathLst>
              <a:path w="4838" h="502" extrusionOk="0">
                <a:moveTo>
                  <a:pt x="401" y="1"/>
                </a:moveTo>
                <a:cubicBezTo>
                  <a:pt x="201" y="1"/>
                  <a:pt x="0" y="201"/>
                  <a:pt x="0" y="434"/>
                </a:cubicBezTo>
                <a:lnTo>
                  <a:pt x="0" y="501"/>
                </a:lnTo>
                <a:cubicBezTo>
                  <a:pt x="0" y="268"/>
                  <a:pt x="201"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7"/>
          <p:cNvSpPr/>
          <p:nvPr/>
        </p:nvSpPr>
        <p:spPr>
          <a:xfrm>
            <a:off x="6632054" y="3204513"/>
            <a:ext cx="126852" cy="13136"/>
          </a:xfrm>
          <a:custGeom>
            <a:avLst/>
            <a:gdLst/>
            <a:ahLst/>
            <a:cxnLst/>
            <a:rect l="l" t="t" r="r" b="b"/>
            <a:pathLst>
              <a:path w="4838" h="501" extrusionOk="0">
                <a:moveTo>
                  <a:pt x="401" y="1"/>
                </a:moveTo>
                <a:cubicBezTo>
                  <a:pt x="201" y="1"/>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7"/>
          <p:cNvSpPr/>
          <p:nvPr/>
        </p:nvSpPr>
        <p:spPr>
          <a:xfrm>
            <a:off x="6632054" y="3061064"/>
            <a:ext cx="126852" cy="13162"/>
          </a:xfrm>
          <a:custGeom>
            <a:avLst/>
            <a:gdLst/>
            <a:ahLst/>
            <a:cxnLst/>
            <a:rect l="l" t="t" r="r" b="b"/>
            <a:pathLst>
              <a:path w="4838" h="502" extrusionOk="0">
                <a:moveTo>
                  <a:pt x="401" y="1"/>
                </a:moveTo>
                <a:cubicBezTo>
                  <a:pt x="201" y="1"/>
                  <a:pt x="0" y="201"/>
                  <a:pt x="0" y="435"/>
                </a:cubicBezTo>
                <a:lnTo>
                  <a:pt x="0" y="501"/>
                </a:lnTo>
                <a:cubicBezTo>
                  <a:pt x="0" y="268"/>
                  <a:pt x="201"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7"/>
          <p:cNvSpPr/>
          <p:nvPr/>
        </p:nvSpPr>
        <p:spPr>
          <a:xfrm>
            <a:off x="6632054" y="3360207"/>
            <a:ext cx="126852" cy="13136"/>
          </a:xfrm>
          <a:custGeom>
            <a:avLst/>
            <a:gdLst/>
            <a:ahLst/>
            <a:cxnLst/>
            <a:rect l="l" t="t" r="r" b="b"/>
            <a:pathLst>
              <a:path w="4838" h="501" extrusionOk="0">
                <a:moveTo>
                  <a:pt x="401" y="0"/>
                </a:moveTo>
                <a:cubicBezTo>
                  <a:pt x="201" y="0"/>
                  <a:pt x="0" y="167"/>
                  <a:pt x="0" y="400"/>
                </a:cubicBezTo>
                <a:lnTo>
                  <a:pt x="0" y="500"/>
                </a:lnTo>
                <a:cubicBezTo>
                  <a:pt x="0" y="267"/>
                  <a:pt x="201"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7"/>
          <p:cNvSpPr/>
          <p:nvPr/>
        </p:nvSpPr>
        <p:spPr>
          <a:xfrm>
            <a:off x="6792100" y="3891973"/>
            <a:ext cx="649889" cy="380478"/>
          </a:xfrm>
          <a:custGeom>
            <a:avLst/>
            <a:gdLst/>
            <a:ahLst/>
            <a:cxnLst/>
            <a:rect l="l" t="t" r="r" b="b"/>
            <a:pathLst>
              <a:path w="24786" h="14511" extrusionOk="0">
                <a:moveTo>
                  <a:pt x="2002" y="0"/>
                </a:moveTo>
                <a:cubicBezTo>
                  <a:pt x="901" y="0"/>
                  <a:pt x="1" y="901"/>
                  <a:pt x="1" y="2002"/>
                </a:cubicBezTo>
                <a:lnTo>
                  <a:pt x="1" y="12509"/>
                </a:lnTo>
                <a:cubicBezTo>
                  <a:pt x="1" y="13610"/>
                  <a:pt x="901" y="14511"/>
                  <a:pt x="2002" y="14511"/>
                </a:cubicBezTo>
                <a:lnTo>
                  <a:pt x="22784" y="14511"/>
                </a:lnTo>
                <a:cubicBezTo>
                  <a:pt x="23884" y="14511"/>
                  <a:pt x="24785" y="13610"/>
                  <a:pt x="24785" y="12509"/>
                </a:cubicBezTo>
                <a:lnTo>
                  <a:pt x="24785" y="2002"/>
                </a:lnTo>
                <a:cubicBezTo>
                  <a:pt x="24785" y="901"/>
                  <a:pt x="23884" y="0"/>
                  <a:pt x="22784" y="0"/>
                </a:cubicBezTo>
                <a:close/>
              </a:path>
            </a:pathLst>
          </a:custGeom>
          <a:solidFill>
            <a:srgbClr val="C1B7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7"/>
          <p:cNvSpPr/>
          <p:nvPr/>
        </p:nvSpPr>
        <p:spPr>
          <a:xfrm>
            <a:off x="6116020" y="2967485"/>
            <a:ext cx="2017786" cy="822181"/>
          </a:xfrm>
          <a:custGeom>
            <a:avLst/>
            <a:gdLst/>
            <a:ahLst/>
            <a:cxnLst/>
            <a:rect l="l" t="t" r="r" b="b"/>
            <a:pathLst>
              <a:path w="76956" h="31357" extrusionOk="0">
                <a:moveTo>
                  <a:pt x="434" y="1"/>
                </a:moveTo>
                <a:cubicBezTo>
                  <a:pt x="201" y="1"/>
                  <a:pt x="1" y="201"/>
                  <a:pt x="1" y="434"/>
                </a:cubicBezTo>
                <a:lnTo>
                  <a:pt x="1" y="2369"/>
                </a:lnTo>
                <a:cubicBezTo>
                  <a:pt x="1" y="2603"/>
                  <a:pt x="201" y="2769"/>
                  <a:pt x="434" y="2769"/>
                </a:cubicBezTo>
                <a:lnTo>
                  <a:pt x="4437" y="2769"/>
                </a:lnTo>
                <a:cubicBezTo>
                  <a:pt x="4671" y="2769"/>
                  <a:pt x="4837" y="2603"/>
                  <a:pt x="4837" y="2369"/>
                </a:cubicBezTo>
                <a:lnTo>
                  <a:pt x="4837" y="434"/>
                </a:lnTo>
                <a:cubicBezTo>
                  <a:pt x="4837" y="201"/>
                  <a:pt x="4671" y="1"/>
                  <a:pt x="4437" y="1"/>
                </a:cubicBezTo>
                <a:close/>
                <a:moveTo>
                  <a:pt x="6972" y="1"/>
                </a:moveTo>
                <a:cubicBezTo>
                  <a:pt x="6739" y="1"/>
                  <a:pt x="6572" y="201"/>
                  <a:pt x="6572" y="434"/>
                </a:cubicBezTo>
                <a:lnTo>
                  <a:pt x="6572" y="2369"/>
                </a:lnTo>
                <a:cubicBezTo>
                  <a:pt x="6572" y="2603"/>
                  <a:pt x="6739" y="2769"/>
                  <a:pt x="6972" y="2769"/>
                </a:cubicBezTo>
                <a:lnTo>
                  <a:pt x="10975" y="2769"/>
                </a:lnTo>
                <a:cubicBezTo>
                  <a:pt x="11209" y="2769"/>
                  <a:pt x="11409" y="2603"/>
                  <a:pt x="11409" y="2369"/>
                </a:cubicBezTo>
                <a:lnTo>
                  <a:pt x="11409" y="434"/>
                </a:lnTo>
                <a:cubicBezTo>
                  <a:pt x="11409" y="201"/>
                  <a:pt x="11209" y="1"/>
                  <a:pt x="10975" y="1"/>
                </a:cubicBezTo>
                <a:close/>
                <a:moveTo>
                  <a:pt x="13544" y="1"/>
                </a:moveTo>
                <a:cubicBezTo>
                  <a:pt x="13310" y="1"/>
                  <a:pt x="13110" y="201"/>
                  <a:pt x="13110" y="434"/>
                </a:cubicBezTo>
                <a:lnTo>
                  <a:pt x="13110" y="2369"/>
                </a:lnTo>
                <a:cubicBezTo>
                  <a:pt x="13110" y="2603"/>
                  <a:pt x="13310" y="2769"/>
                  <a:pt x="13544" y="2769"/>
                </a:cubicBezTo>
                <a:lnTo>
                  <a:pt x="17547" y="2769"/>
                </a:lnTo>
                <a:cubicBezTo>
                  <a:pt x="17780" y="2769"/>
                  <a:pt x="17947" y="2603"/>
                  <a:pt x="17947" y="2369"/>
                </a:cubicBezTo>
                <a:lnTo>
                  <a:pt x="17947" y="434"/>
                </a:lnTo>
                <a:cubicBezTo>
                  <a:pt x="17947" y="201"/>
                  <a:pt x="17780" y="1"/>
                  <a:pt x="17547" y="1"/>
                </a:cubicBezTo>
                <a:close/>
                <a:moveTo>
                  <a:pt x="20082" y="1"/>
                </a:moveTo>
                <a:cubicBezTo>
                  <a:pt x="19882" y="1"/>
                  <a:pt x="19681" y="201"/>
                  <a:pt x="19681" y="434"/>
                </a:cubicBezTo>
                <a:lnTo>
                  <a:pt x="19681" y="2369"/>
                </a:lnTo>
                <a:cubicBezTo>
                  <a:pt x="19681" y="2603"/>
                  <a:pt x="19882" y="2769"/>
                  <a:pt x="20082" y="2769"/>
                </a:cubicBezTo>
                <a:lnTo>
                  <a:pt x="24085" y="2769"/>
                </a:lnTo>
                <a:cubicBezTo>
                  <a:pt x="24318" y="2769"/>
                  <a:pt x="24518" y="2603"/>
                  <a:pt x="24518" y="2369"/>
                </a:cubicBezTo>
                <a:lnTo>
                  <a:pt x="24518" y="434"/>
                </a:lnTo>
                <a:cubicBezTo>
                  <a:pt x="24518" y="201"/>
                  <a:pt x="24318" y="1"/>
                  <a:pt x="24085" y="1"/>
                </a:cubicBezTo>
                <a:close/>
                <a:moveTo>
                  <a:pt x="26653" y="1"/>
                </a:moveTo>
                <a:cubicBezTo>
                  <a:pt x="26420" y="1"/>
                  <a:pt x="26253" y="201"/>
                  <a:pt x="26253" y="434"/>
                </a:cubicBezTo>
                <a:lnTo>
                  <a:pt x="26253" y="2369"/>
                </a:lnTo>
                <a:cubicBezTo>
                  <a:pt x="26253" y="2603"/>
                  <a:pt x="26420" y="2769"/>
                  <a:pt x="26653" y="2769"/>
                </a:cubicBezTo>
                <a:lnTo>
                  <a:pt x="30656" y="2769"/>
                </a:lnTo>
                <a:cubicBezTo>
                  <a:pt x="30889" y="2769"/>
                  <a:pt x="31056" y="2603"/>
                  <a:pt x="31056" y="2369"/>
                </a:cubicBezTo>
                <a:lnTo>
                  <a:pt x="31056" y="434"/>
                </a:lnTo>
                <a:cubicBezTo>
                  <a:pt x="31056" y="201"/>
                  <a:pt x="30889" y="1"/>
                  <a:pt x="30656" y="1"/>
                </a:cubicBezTo>
                <a:close/>
                <a:moveTo>
                  <a:pt x="33224" y="1"/>
                </a:moveTo>
                <a:cubicBezTo>
                  <a:pt x="32991" y="1"/>
                  <a:pt x="32791" y="201"/>
                  <a:pt x="32791" y="434"/>
                </a:cubicBezTo>
                <a:lnTo>
                  <a:pt x="32791" y="2369"/>
                </a:lnTo>
                <a:cubicBezTo>
                  <a:pt x="32791" y="2603"/>
                  <a:pt x="32991" y="2769"/>
                  <a:pt x="33224" y="2769"/>
                </a:cubicBezTo>
                <a:lnTo>
                  <a:pt x="37194" y="2769"/>
                </a:lnTo>
                <a:cubicBezTo>
                  <a:pt x="37427" y="2769"/>
                  <a:pt x="37628" y="2603"/>
                  <a:pt x="37628" y="2369"/>
                </a:cubicBezTo>
                <a:lnTo>
                  <a:pt x="37628" y="434"/>
                </a:lnTo>
                <a:cubicBezTo>
                  <a:pt x="37628" y="201"/>
                  <a:pt x="37427" y="1"/>
                  <a:pt x="37194" y="1"/>
                </a:cubicBezTo>
                <a:close/>
                <a:moveTo>
                  <a:pt x="39762" y="1"/>
                </a:moveTo>
                <a:cubicBezTo>
                  <a:pt x="39529" y="1"/>
                  <a:pt x="39329" y="201"/>
                  <a:pt x="39329" y="434"/>
                </a:cubicBezTo>
                <a:lnTo>
                  <a:pt x="39329" y="2369"/>
                </a:lnTo>
                <a:cubicBezTo>
                  <a:pt x="39362" y="2603"/>
                  <a:pt x="39529" y="2769"/>
                  <a:pt x="39762" y="2769"/>
                </a:cubicBezTo>
                <a:lnTo>
                  <a:pt x="43765" y="2769"/>
                </a:lnTo>
                <a:cubicBezTo>
                  <a:pt x="43999" y="2769"/>
                  <a:pt x="44166" y="2603"/>
                  <a:pt x="44166" y="2369"/>
                </a:cubicBezTo>
                <a:lnTo>
                  <a:pt x="44166" y="434"/>
                </a:lnTo>
                <a:cubicBezTo>
                  <a:pt x="44166" y="201"/>
                  <a:pt x="43999" y="1"/>
                  <a:pt x="43765" y="1"/>
                </a:cubicBezTo>
                <a:close/>
                <a:moveTo>
                  <a:pt x="46334" y="1"/>
                </a:moveTo>
                <a:cubicBezTo>
                  <a:pt x="46100" y="1"/>
                  <a:pt x="45900" y="201"/>
                  <a:pt x="45900" y="434"/>
                </a:cubicBezTo>
                <a:lnTo>
                  <a:pt x="45900" y="2369"/>
                </a:lnTo>
                <a:cubicBezTo>
                  <a:pt x="45900" y="2603"/>
                  <a:pt x="46100" y="2769"/>
                  <a:pt x="46334" y="2769"/>
                </a:cubicBezTo>
                <a:lnTo>
                  <a:pt x="50337" y="2769"/>
                </a:lnTo>
                <a:cubicBezTo>
                  <a:pt x="50537" y="2769"/>
                  <a:pt x="50737" y="2603"/>
                  <a:pt x="50737" y="2369"/>
                </a:cubicBezTo>
                <a:lnTo>
                  <a:pt x="50737" y="434"/>
                </a:lnTo>
                <a:cubicBezTo>
                  <a:pt x="50737" y="201"/>
                  <a:pt x="50537" y="1"/>
                  <a:pt x="50337" y="1"/>
                </a:cubicBezTo>
                <a:close/>
                <a:moveTo>
                  <a:pt x="52872" y="1"/>
                </a:moveTo>
                <a:cubicBezTo>
                  <a:pt x="52638" y="1"/>
                  <a:pt x="52471" y="201"/>
                  <a:pt x="52471" y="434"/>
                </a:cubicBezTo>
                <a:lnTo>
                  <a:pt x="52471" y="2369"/>
                </a:lnTo>
                <a:cubicBezTo>
                  <a:pt x="52471" y="2603"/>
                  <a:pt x="52638" y="2769"/>
                  <a:pt x="52872" y="2769"/>
                </a:cubicBezTo>
                <a:lnTo>
                  <a:pt x="56875" y="2769"/>
                </a:lnTo>
                <a:cubicBezTo>
                  <a:pt x="57108" y="2769"/>
                  <a:pt x="57308" y="2603"/>
                  <a:pt x="57308" y="2369"/>
                </a:cubicBezTo>
                <a:lnTo>
                  <a:pt x="57308" y="434"/>
                </a:lnTo>
                <a:cubicBezTo>
                  <a:pt x="57308" y="201"/>
                  <a:pt x="57108" y="1"/>
                  <a:pt x="56875" y="1"/>
                </a:cubicBezTo>
                <a:close/>
                <a:moveTo>
                  <a:pt x="59443" y="1"/>
                </a:moveTo>
                <a:cubicBezTo>
                  <a:pt x="59210" y="1"/>
                  <a:pt x="59009" y="201"/>
                  <a:pt x="59009" y="434"/>
                </a:cubicBezTo>
                <a:lnTo>
                  <a:pt x="59009" y="2369"/>
                </a:lnTo>
                <a:cubicBezTo>
                  <a:pt x="59009" y="2603"/>
                  <a:pt x="59210" y="2769"/>
                  <a:pt x="59443" y="2769"/>
                </a:cubicBezTo>
                <a:lnTo>
                  <a:pt x="63446" y="2769"/>
                </a:lnTo>
                <a:cubicBezTo>
                  <a:pt x="63646" y="2769"/>
                  <a:pt x="63846" y="2603"/>
                  <a:pt x="63846" y="2369"/>
                </a:cubicBezTo>
                <a:lnTo>
                  <a:pt x="63846" y="434"/>
                </a:lnTo>
                <a:cubicBezTo>
                  <a:pt x="63846" y="201"/>
                  <a:pt x="63646" y="1"/>
                  <a:pt x="63446" y="1"/>
                </a:cubicBezTo>
                <a:close/>
                <a:moveTo>
                  <a:pt x="65981" y="1"/>
                </a:moveTo>
                <a:cubicBezTo>
                  <a:pt x="65748" y="1"/>
                  <a:pt x="65581" y="201"/>
                  <a:pt x="65581" y="434"/>
                </a:cubicBezTo>
                <a:lnTo>
                  <a:pt x="65581" y="2369"/>
                </a:lnTo>
                <a:cubicBezTo>
                  <a:pt x="65581" y="2603"/>
                  <a:pt x="65748" y="2769"/>
                  <a:pt x="65981" y="2769"/>
                </a:cubicBezTo>
                <a:lnTo>
                  <a:pt x="69984" y="2769"/>
                </a:lnTo>
                <a:cubicBezTo>
                  <a:pt x="70217" y="2769"/>
                  <a:pt x="70418" y="2603"/>
                  <a:pt x="70418" y="2369"/>
                </a:cubicBezTo>
                <a:lnTo>
                  <a:pt x="70418" y="434"/>
                </a:lnTo>
                <a:cubicBezTo>
                  <a:pt x="70418" y="201"/>
                  <a:pt x="70217" y="1"/>
                  <a:pt x="69984" y="1"/>
                </a:cubicBezTo>
                <a:close/>
                <a:moveTo>
                  <a:pt x="72552" y="1"/>
                </a:moveTo>
                <a:cubicBezTo>
                  <a:pt x="72319" y="1"/>
                  <a:pt x="72119" y="201"/>
                  <a:pt x="72119" y="434"/>
                </a:cubicBezTo>
                <a:lnTo>
                  <a:pt x="72119" y="2369"/>
                </a:lnTo>
                <a:cubicBezTo>
                  <a:pt x="72119" y="2603"/>
                  <a:pt x="72319" y="2769"/>
                  <a:pt x="72552" y="2769"/>
                </a:cubicBezTo>
                <a:lnTo>
                  <a:pt x="76555" y="2769"/>
                </a:lnTo>
                <a:cubicBezTo>
                  <a:pt x="76789" y="2769"/>
                  <a:pt x="76956" y="2603"/>
                  <a:pt x="76956" y="2369"/>
                </a:cubicBezTo>
                <a:lnTo>
                  <a:pt x="76956" y="434"/>
                </a:lnTo>
                <a:cubicBezTo>
                  <a:pt x="76956" y="201"/>
                  <a:pt x="76789" y="1"/>
                  <a:pt x="76555" y="1"/>
                </a:cubicBezTo>
                <a:close/>
                <a:moveTo>
                  <a:pt x="434" y="3570"/>
                </a:moveTo>
                <a:cubicBezTo>
                  <a:pt x="201" y="3570"/>
                  <a:pt x="1" y="3770"/>
                  <a:pt x="1" y="4004"/>
                </a:cubicBezTo>
                <a:lnTo>
                  <a:pt x="1" y="7673"/>
                </a:lnTo>
                <a:cubicBezTo>
                  <a:pt x="1" y="7906"/>
                  <a:pt x="201" y="8073"/>
                  <a:pt x="434" y="8073"/>
                </a:cubicBezTo>
                <a:lnTo>
                  <a:pt x="4437" y="8073"/>
                </a:lnTo>
                <a:cubicBezTo>
                  <a:pt x="4671" y="8073"/>
                  <a:pt x="4837" y="7906"/>
                  <a:pt x="4837" y="7673"/>
                </a:cubicBezTo>
                <a:lnTo>
                  <a:pt x="4837" y="4004"/>
                </a:lnTo>
                <a:cubicBezTo>
                  <a:pt x="4837" y="3770"/>
                  <a:pt x="4671" y="3570"/>
                  <a:pt x="4437" y="3570"/>
                </a:cubicBezTo>
                <a:close/>
                <a:moveTo>
                  <a:pt x="6972" y="3570"/>
                </a:moveTo>
                <a:cubicBezTo>
                  <a:pt x="6739" y="3570"/>
                  <a:pt x="6572" y="3770"/>
                  <a:pt x="6572" y="4004"/>
                </a:cubicBezTo>
                <a:lnTo>
                  <a:pt x="6572" y="7673"/>
                </a:lnTo>
                <a:cubicBezTo>
                  <a:pt x="6572" y="7906"/>
                  <a:pt x="6739" y="8073"/>
                  <a:pt x="6972" y="8073"/>
                </a:cubicBezTo>
                <a:lnTo>
                  <a:pt x="10975" y="8073"/>
                </a:lnTo>
                <a:cubicBezTo>
                  <a:pt x="11209" y="8073"/>
                  <a:pt x="11409" y="7906"/>
                  <a:pt x="11409" y="7673"/>
                </a:cubicBezTo>
                <a:lnTo>
                  <a:pt x="11409" y="4004"/>
                </a:lnTo>
                <a:cubicBezTo>
                  <a:pt x="11409" y="3770"/>
                  <a:pt x="11209" y="3570"/>
                  <a:pt x="10975" y="3570"/>
                </a:cubicBezTo>
                <a:close/>
                <a:moveTo>
                  <a:pt x="13544" y="3570"/>
                </a:moveTo>
                <a:cubicBezTo>
                  <a:pt x="13310" y="3570"/>
                  <a:pt x="13110" y="3770"/>
                  <a:pt x="13110" y="4004"/>
                </a:cubicBezTo>
                <a:lnTo>
                  <a:pt x="13110" y="7673"/>
                </a:lnTo>
                <a:cubicBezTo>
                  <a:pt x="13110" y="7906"/>
                  <a:pt x="13310" y="8073"/>
                  <a:pt x="13544" y="8073"/>
                </a:cubicBezTo>
                <a:lnTo>
                  <a:pt x="17547" y="8073"/>
                </a:lnTo>
                <a:cubicBezTo>
                  <a:pt x="17780" y="8073"/>
                  <a:pt x="17947" y="7906"/>
                  <a:pt x="17947" y="7673"/>
                </a:cubicBezTo>
                <a:lnTo>
                  <a:pt x="17947" y="4004"/>
                </a:lnTo>
                <a:cubicBezTo>
                  <a:pt x="17947" y="3770"/>
                  <a:pt x="17780" y="3570"/>
                  <a:pt x="17547" y="3570"/>
                </a:cubicBezTo>
                <a:close/>
                <a:moveTo>
                  <a:pt x="20082" y="3570"/>
                </a:moveTo>
                <a:cubicBezTo>
                  <a:pt x="19882" y="3570"/>
                  <a:pt x="19681" y="3770"/>
                  <a:pt x="19681" y="4004"/>
                </a:cubicBezTo>
                <a:lnTo>
                  <a:pt x="19681" y="7673"/>
                </a:lnTo>
                <a:cubicBezTo>
                  <a:pt x="19681" y="7906"/>
                  <a:pt x="19882" y="8073"/>
                  <a:pt x="20082" y="8073"/>
                </a:cubicBezTo>
                <a:lnTo>
                  <a:pt x="24085" y="8073"/>
                </a:lnTo>
                <a:cubicBezTo>
                  <a:pt x="24318" y="8073"/>
                  <a:pt x="24518" y="7906"/>
                  <a:pt x="24518" y="7673"/>
                </a:cubicBezTo>
                <a:lnTo>
                  <a:pt x="24518" y="4004"/>
                </a:lnTo>
                <a:cubicBezTo>
                  <a:pt x="24518" y="3770"/>
                  <a:pt x="24318" y="3570"/>
                  <a:pt x="24085" y="3570"/>
                </a:cubicBezTo>
                <a:close/>
                <a:moveTo>
                  <a:pt x="26653" y="3570"/>
                </a:moveTo>
                <a:cubicBezTo>
                  <a:pt x="26420" y="3570"/>
                  <a:pt x="26253" y="3770"/>
                  <a:pt x="26253" y="4004"/>
                </a:cubicBezTo>
                <a:lnTo>
                  <a:pt x="26253" y="7673"/>
                </a:lnTo>
                <a:cubicBezTo>
                  <a:pt x="26253" y="7906"/>
                  <a:pt x="26420" y="8073"/>
                  <a:pt x="26653" y="8073"/>
                </a:cubicBezTo>
                <a:lnTo>
                  <a:pt x="30656" y="8073"/>
                </a:lnTo>
                <a:cubicBezTo>
                  <a:pt x="30889" y="8073"/>
                  <a:pt x="31056" y="7906"/>
                  <a:pt x="31056" y="7673"/>
                </a:cubicBezTo>
                <a:lnTo>
                  <a:pt x="31056" y="4004"/>
                </a:lnTo>
                <a:cubicBezTo>
                  <a:pt x="31056" y="3770"/>
                  <a:pt x="30889" y="3570"/>
                  <a:pt x="30656" y="3570"/>
                </a:cubicBezTo>
                <a:close/>
                <a:moveTo>
                  <a:pt x="33224" y="3570"/>
                </a:moveTo>
                <a:cubicBezTo>
                  <a:pt x="32991" y="3570"/>
                  <a:pt x="32791" y="3770"/>
                  <a:pt x="32791" y="4004"/>
                </a:cubicBezTo>
                <a:lnTo>
                  <a:pt x="32791" y="7673"/>
                </a:lnTo>
                <a:cubicBezTo>
                  <a:pt x="32791" y="7906"/>
                  <a:pt x="32991" y="8073"/>
                  <a:pt x="33224" y="8073"/>
                </a:cubicBezTo>
                <a:lnTo>
                  <a:pt x="37194" y="8073"/>
                </a:lnTo>
                <a:cubicBezTo>
                  <a:pt x="37427" y="8073"/>
                  <a:pt x="37628" y="7906"/>
                  <a:pt x="37628" y="7673"/>
                </a:cubicBezTo>
                <a:lnTo>
                  <a:pt x="37628" y="4004"/>
                </a:lnTo>
                <a:cubicBezTo>
                  <a:pt x="37628" y="3770"/>
                  <a:pt x="37427" y="3570"/>
                  <a:pt x="37194" y="3570"/>
                </a:cubicBezTo>
                <a:close/>
                <a:moveTo>
                  <a:pt x="39762" y="3570"/>
                </a:moveTo>
                <a:cubicBezTo>
                  <a:pt x="39529" y="3570"/>
                  <a:pt x="39329" y="3770"/>
                  <a:pt x="39329" y="4004"/>
                </a:cubicBezTo>
                <a:lnTo>
                  <a:pt x="39329" y="7673"/>
                </a:lnTo>
                <a:cubicBezTo>
                  <a:pt x="39362" y="7906"/>
                  <a:pt x="39529" y="8073"/>
                  <a:pt x="39762" y="8073"/>
                </a:cubicBezTo>
                <a:lnTo>
                  <a:pt x="43765" y="8073"/>
                </a:lnTo>
                <a:cubicBezTo>
                  <a:pt x="43999" y="8073"/>
                  <a:pt x="44166" y="7906"/>
                  <a:pt x="44166" y="7673"/>
                </a:cubicBezTo>
                <a:lnTo>
                  <a:pt x="44166" y="4004"/>
                </a:lnTo>
                <a:cubicBezTo>
                  <a:pt x="44166" y="3770"/>
                  <a:pt x="43999" y="3570"/>
                  <a:pt x="43765" y="3570"/>
                </a:cubicBezTo>
                <a:close/>
                <a:moveTo>
                  <a:pt x="46334" y="3570"/>
                </a:moveTo>
                <a:cubicBezTo>
                  <a:pt x="46100" y="3570"/>
                  <a:pt x="45900" y="3770"/>
                  <a:pt x="45900" y="4004"/>
                </a:cubicBezTo>
                <a:lnTo>
                  <a:pt x="45900" y="7673"/>
                </a:lnTo>
                <a:cubicBezTo>
                  <a:pt x="45900" y="7906"/>
                  <a:pt x="46100" y="8073"/>
                  <a:pt x="46334" y="8073"/>
                </a:cubicBezTo>
                <a:lnTo>
                  <a:pt x="50337" y="8073"/>
                </a:lnTo>
                <a:cubicBezTo>
                  <a:pt x="50537" y="8073"/>
                  <a:pt x="50737" y="7906"/>
                  <a:pt x="50737" y="7673"/>
                </a:cubicBezTo>
                <a:lnTo>
                  <a:pt x="50737" y="4004"/>
                </a:lnTo>
                <a:cubicBezTo>
                  <a:pt x="50737" y="3770"/>
                  <a:pt x="50537" y="3570"/>
                  <a:pt x="50337" y="3570"/>
                </a:cubicBezTo>
                <a:close/>
                <a:moveTo>
                  <a:pt x="52872" y="3570"/>
                </a:moveTo>
                <a:cubicBezTo>
                  <a:pt x="52638" y="3570"/>
                  <a:pt x="52471" y="3770"/>
                  <a:pt x="52471" y="4004"/>
                </a:cubicBezTo>
                <a:lnTo>
                  <a:pt x="52471" y="7673"/>
                </a:lnTo>
                <a:cubicBezTo>
                  <a:pt x="52471" y="7906"/>
                  <a:pt x="52638" y="8073"/>
                  <a:pt x="52872" y="8073"/>
                </a:cubicBezTo>
                <a:lnTo>
                  <a:pt x="56875" y="8073"/>
                </a:lnTo>
                <a:cubicBezTo>
                  <a:pt x="57108" y="8073"/>
                  <a:pt x="57308" y="7906"/>
                  <a:pt x="57308" y="7673"/>
                </a:cubicBezTo>
                <a:lnTo>
                  <a:pt x="57308" y="4004"/>
                </a:lnTo>
                <a:cubicBezTo>
                  <a:pt x="57308" y="3770"/>
                  <a:pt x="57108" y="3570"/>
                  <a:pt x="56875" y="3570"/>
                </a:cubicBezTo>
                <a:close/>
                <a:moveTo>
                  <a:pt x="59443" y="3570"/>
                </a:moveTo>
                <a:cubicBezTo>
                  <a:pt x="59210" y="3570"/>
                  <a:pt x="59009" y="3770"/>
                  <a:pt x="59009" y="4004"/>
                </a:cubicBezTo>
                <a:lnTo>
                  <a:pt x="59009" y="7673"/>
                </a:lnTo>
                <a:cubicBezTo>
                  <a:pt x="59009" y="7906"/>
                  <a:pt x="59210" y="8073"/>
                  <a:pt x="59443" y="8073"/>
                </a:cubicBezTo>
                <a:lnTo>
                  <a:pt x="63446" y="8073"/>
                </a:lnTo>
                <a:cubicBezTo>
                  <a:pt x="63646" y="8073"/>
                  <a:pt x="63846" y="7906"/>
                  <a:pt x="63846" y="7673"/>
                </a:cubicBezTo>
                <a:lnTo>
                  <a:pt x="63846" y="4004"/>
                </a:lnTo>
                <a:cubicBezTo>
                  <a:pt x="63846" y="3770"/>
                  <a:pt x="63646" y="3570"/>
                  <a:pt x="63446" y="3570"/>
                </a:cubicBezTo>
                <a:close/>
                <a:moveTo>
                  <a:pt x="65981" y="3570"/>
                </a:moveTo>
                <a:cubicBezTo>
                  <a:pt x="65748" y="3570"/>
                  <a:pt x="65581" y="3770"/>
                  <a:pt x="65581" y="4004"/>
                </a:cubicBezTo>
                <a:lnTo>
                  <a:pt x="65581" y="7673"/>
                </a:lnTo>
                <a:cubicBezTo>
                  <a:pt x="65581" y="7906"/>
                  <a:pt x="65748" y="8073"/>
                  <a:pt x="65981" y="8073"/>
                </a:cubicBezTo>
                <a:lnTo>
                  <a:pt x="76555" y="8073"/>
                </a:lnTo>
                <a:cubicBezTo>
                  <a:pt x="76789" y="8073"/>
                  <a:pt x="76956" y="7906"/>
                  <a:pt x="76956" y="7673"/>
                </a:cubicBezTo>
                <a:lnTo>
                  <a:pt x="76956" y="4004"/>
                </a:lnTo>
                <a:cubicBezTo>
                  <a:pt x="76956" y="3770"/>
                  <a:pt x="76789" y="3570"/>
                  <a:pt x="76555" y="3570"/>
                </a:cubicBezTo>
                <a:close/>
                <a:moveTo>
                  <a:pt x="434" y="9041"/>
                </a:moveTo>
                <a:cubicBezTo>
                  <a:pt x="201" y="9041"/>
                  <a:pt x="1" y="9207"/>
                  <a:pt x="1" y="9441"/>
                </a:cubicBezTo>
                <a:lnTo>
                  <a:pt x="1" y="13110"/>
                </a:lnTo>
                <a:cubicBezTo>
                  <a:pt x="1" y="13344"/>
                  <a:pt x="201" y="13544"/>
                  <a:pt x="434" y="13544"/>
                </a:cubicBezTo>
                <a:lnTo>
                  <a:pt x="10975" y="13544"/>
                </a:lnTo>
                <a:cubicBezTo>
                  <a:pt x="11209" y="13544"/>
                  <a:pt x="11409" y="13344"/>
                  <a:pt x="11409" y="13110"/>
                </a:cubicBezTo>
                <a:lnTo>
                  <a:pt x="11409" y="9441"/>
                </a:lnTo>
                <a:cubicBezTo>
                  <a:pt x="11409" y="9207"/>
                  <a:pt x="11209" y="9041"/>
                  <a:pt x="10975" y="9041"/>
                </a:cubicBezTo>
                <a:close/>
                <a:moveTo>
                  <a:pt x="13544" y="9041"/>
                </a:moveTo>
                <a:cubicBezTo>
                  <a:pt x="13310" y="9041"/>
                  <a:pt x="13110" y="9207"/>
                  <a:pt x="13110" y="9441"/>
                </a:cubicBezTo>
                <a:lnTo>
                  <a:pt x="13110" y="13110"/>
                </a:lnTo>
                <a:cubicBezTo>
                  <a:pt x="13110" y="13344"/>
                  <a:pt x="13310" y="13544"/>
                  <a:pt x="13544" y="13544"/>
                </a:cubicBezTo>
                <a:lnTo>
                  <a:pt x="17547" y="13544"/>
                </a:lnTo>
                <a:cubicBezTo>
                  <a:pt x="17780" y="13544"/>
                  <a:pt x="17947" y="13344"/>
                  <a:pt x="17947" y="13110"/>
                </a:cubicBezTo>
                <a:lnTo>
                  <a:pt x="17947" y="9441"/>
                </a:lnTo>
                <a:cubicBezTo>
                  <a:pt x="17947" y="9207"/>
                  <a:pt x="17780" y="9041"/>
                  <a:pt x="17547" y="9041"/>
                </a:cubicBezTo>
                <a:close/>
                <a:moveTo>
                  <a:pt x="20082" y="9041"/>
                </a:moveTo>
                <a:cubicBezTo>
                  <a:pt x="19882" y="9041"/>
                  <a:pt x="19681" y="9207"/>
                  <a:pt x="19681" y="9441"/>
                </a:cubicBezTo>
                <a:lnTo>
                  <a:pt x="19681" y="13110"/>
                </a:lnTo>
                <a:cubicBezTo>
                  <a:pt x="19681" y="13344"/>
                  <a:pt x="19882" y="13544"/>
                  <a:pt x="20082" y="13544"/>
                </a:cubicBezTo>
                <a:lnTo>
                  <a:pt x="24085" y="13544"/>
                </a:lnTo>
                <a:cubicBezTo>
                  <a:pt x="24318" y="13544"/>
                  <a:pt x="24518" y="13344"/>
                  <a:pt x="24518" y="13110"/>
                </a:cubicBezTo>
                <a:lnTo>
                  <a:pt x="24518" y="9441"/>
                </a:lnTo>
                <a:cubicBezTo>
                  <a:pt x="24518" y="9207"/>
                  <a:pt x="24318" y="9041"/>
                  <a:pt x="24085" y="9041"/>
                </a:cubicBezTo>
                <a:close/>
                <a:moveTo>
                  <a:pt x="26653" y="9041"/>
                </a:moveTo>
                <a:cubicBezTo>
                  <a:pt x="26420" y="9041"/>
                  <a:pt x="26253" y="9207"/>
                  <a:pt x="26253" y="9441"/>
                </a:cubicBezTo>
                <a:lnTo>
                  <a:pt x="26253" y="13110"/>
                </a:lnTo>
                <a:cubicBezTo>
                  <a:pt x="26253" y="13344"/>
                  <a:pt x="26420" y="13544"/>
                  <a:pt x="26653" y="13544"/>
                </a:cubicBezTo>
                <a:lnTo>
                  <a:pt x="30656" y="13544"/>
                </a:lnTo>
                <a:cubicBezTo>
                  <a:pt x="30889" y="13544"/>
                  <a:pt x="31056" y="13344"/>
                  <a:pt x="31056" y="13110"/>
                </a:cubicBezTo>
                <a:lnTo>
                  <a:pt x="31056" y="9441"/>
                </a:lnTo>
                <a:cubicBezTo>
                  <a:pt x="31056" y="9207"/>
                  <a:pt x="30889" y="9041"/>
                  <a:pt x="30656" y="9041"/>
                </a:cubicBezTo>
                <a:close/>
                <a:moveTo>
                  <a:pt x="33224" y="9041"/>
                </a:moveTo>
                <a:cubicBezTo>
                  <a:pt x="32991" y="9041"/>
                  <a:pt x="32791" y="9207"/>
                  <a:pt x="32791" y="9441"/>
                </a:cubicBezTo>
                <a:lnTo>
                  <a:pt x="32791" y="13110"/>
                </a:lnTo>
                <a:cubicBezTo>
                  <a:pt x="32791" y="13344"/>
                  <a:pt x="32991" y="13544"/>
                  <a:pt x="33224" y="13544"/>
                </a:cubicBezTo>
                <a:lnTo>
                  <a:pt x="37194" y="13544"/>
                </a:lnTo>
                <a:cubicBezTo>
                  <a:pt x="37427" y="13544"/>
                  <a:pt x="37628" y="13344"/>
                  <a:pt x="37628" y="13110"/>
                </a:cubicBezTo>
                <a:lnTo>
                  <a:pt x="37628" y="9441"/>
                </a:lnTo>
                <a:cubicBezTo>
                  <a:pt x="37628" y="9207"/>
                  <a:pt x="37427" y="9041"/>
                  <a:pt x="37194" y="9041"/>
                </a:cubicBezTo>
                <a:close/>
                <a:moveTo>
                  <a:pt x="39762" y="9041"/>
                </a:moveTo>
                <a:cubicBezTo>
                  <a:pt x="39529" y="9041"/>
                  <a:pt x="39329" y="9207"/>
                  <a:pt x="39329" y="9441"/>
                </a:cubicBezTo>
                <a:lnTo>
                  <a:pt x="39329" y="13110"/>
                </a:lnTo>
                <a:cubicBezTo>
                  <a:pt x="39362" y="13344"/>
                  <a:pt x="39529" y="13544"/>
                  <a:pt x="39762" y="13544"/>
                </a:cubicBezTo>
                <a:lnTo>
                  <a:pt x="43765" y="13544"/>
                </a:lnTo>
                <a:cubicBezTo>
                  <a:pt x="43999" y="13544"/>
                  <a:pt x="44166" y="13344"/>
                  <a:pt x="44166" y="13110"/>
                </a:cubicBezTo>
                <a:lnTo>
                  <a:pt x="44166" y="9441"/>
                </a:lnTo>
                <a:cubicBezTo>
                  <a:pt x="44166" y="9207"/>
                  <a:pt x="43999" y="9041"/>
                  <a:pt x="43765" y="9041"/>
                </a:cubicBezTo>
                <a:close/>
                <a:moveTo>
                  <a:pt x="46334" y="9041"/>
                </a:moveTo>
                <a:cubicBezTo>
                  <a:pt x="46100" y="9041"/>
                  <a:pt x="45900" y="9207"/>
                  <a:pt x="45900" y="9441"/>
                </a:cubicBezTo>
                <a:lnTo>
                  <a:pt x="45900" y="13110"/>
                </a:lnTo>
                <a:cubicBezTo>
                  <a:pt x="45900" y="13344"/>
                  <a:pt x="46100" y="13544"/>
                  <a:pt x="46334" y="13544"/>
                </a:cubicBezTo>
                <a:lnTo>
                  <a:pt x="50337" y="13544"/>
                </a:lnTo>
                <a:cubicBezTo>
                  <a:pt x="50537" y="13544"/>
                  <a:pt x="50737" y="13344"/>
                  <a:pt x="50737" y="13110"/>
                </a:cubicBezTo>
                <a:lnTo>
                  <a:pt x="50737" y="9441"/>
                </a:lnTo>
                <a:cubicBezTo>
                  <a:pt x="50737" y="9207"/>
                  <a:pt x="50537" y="9041"/>
                  <a:pt x="50337" y="9041"/>
                </a:cubicBezTo>
                <a:close/>
                <a:moveTo>
                  <a:pt x="52872" y="9041"/>
                </a:moveTo>
                <a:cubicBezTo>
                  <a:pt x="52638" y="9041"/>
                  <a:pt x="52471" y="9207"/>
                  <a:pt x="52471" y="9441"/>
                </a:cubicBezTo>
                <a:lnTo>
                  <a:pt x="52471" y="13110"/>
                </a:lnTo>
                <a:cubicBezTo>
                  <a:pt x="52471" y="13344"/>
                  <a:pt x="52638" y="13544"/>
                  <a:pt x="52872" y="13544"/>
                </a:cubicBezTo>
                <a:lnTo>
                  <a:pt x="56875" y="13544"/>
                </a:lnTo>
                <a:cubicBezTo>
                  <a:pt x="57108" y="13544"/>
                  <a:pt x="57308" y="13344"/>
                  <a:pt x="57308" y="13110"/>
                </a:cubicBezTo>
                <a:lnTo>
                  <a:pt x="57308" y="9441"/>
                </a:lnTo>
                <a:cubicBezTo>
                  <a:pt x="57308" y="9207"/>
                  <a:pt x="57108" y="9041"/>
                  <a:pt x="56875" y="9041"/>
                </a:cubicBezTo>
                <a:close/>
                <a:moveTo>
                  <a:pt x="59443" y="9041"/>
                </a:moveTo>
                <a:cubicBezTo>
                  <a:pt x="59210" y="9041"/>
                  <a:pt x="59009" y="9207"/>
                  <a:pt x="59009" y="9441"/>
                </a:cubicBezTo>
                <a:lnTo>
                  <a:pt x="59009" y="13110"/>
                </a:lnTo>
                <a:cubicBezTo>
                  <a:pt x="59009" y="13344"/>
                  <a:pt x="59210" y="13544"/>
                  <a:pt x="59443" y="13544"/>
                </a:cubicBezTo>
                <a:lnTo>
                  <a:pt x="63446" y="13544"/>
                </a:lnTo>
                <a:cubicBezTo>
                  <a:pt x="63646" y="13544"/>
                  <a:pt x="63846" y="13344"/>
                  <a:pt x="63846" y="13110"/>
                </a:cubicBezTo>
                <a:lnTo>
                  <a:pt x="63846" y="9441"/>
                </a:lnTo>
                <a:cubicBezTo>
                  <a:pt x="63846" y="9207"/>
                  <a:pt x="63646" y="9041"/>
                  <a:pt x="63446" y="9041"/>
                </a:cubicBezTo>
                <a:close/>
                <a:moveTo>
                  <a:pt x="434" y="14978"/>
                </a:moveTo>
                <a:cubicBezTo>
                  <a:pt x="201" y="14978"/>
                  <a:pt x="1" y="15145"/>
                  <a:pt x="1" y="15378"/>
                </a:cubicBezTo>
                <a:lnTo>
                  <a:pt x="1" y="19048"/>
                </a:lnTo>
                <a:cubicBezTo>
                  <a:pt x="1" y="19281"/>
                  <a:pt x="201" y="19481"/>
                  <a:pt x="434" y="19481"/>
                </a:cubicBezTo>
                <a:lnTo>
                  <a:pt x="4437" y="19481"/>
                </a:lnTo>
                <a:cubicBezTo>
                  <a:pt x="4671" y="19481"/>
                  <a:pt x="4837" y="19281"/>
                  <a:pt x="4837" y="19048"/>
                </a:cubicBezTo>
                <a:lnTo>
                  <a:pt x="4837" y="15378"/>
                </a:lnTo>
                <a:cubicBezTo>
                  <a:pt x="4837" y="15145"/>
                  <a:pt x="4671" y="14978"/>
                  <a:pt x="4437" y="14978"/>
                </a:cubicBezTo>
                <a:close/>
                <a:moveTo>
                  <a:pt x="6972" y="14978"/>
                </a:moveTo>
                <a:cubicBezTo>
                  <a:pt x="6739" y="14978"/>
                  <a:pt x="6572" y="15145"/>
                  <a:pt x="6572" y="15378"/>
                </a:cubicBezTo>
                <a:lnTo>
                  <a:pt x="6572" y="19048"/>
                </a:lnTo>
                <a:cubicBezTo>
                  <a:pt x="6572" y="19281"/>
                  <a:pt x="6739" y="19481"/>
                  <a:pt x="6972" y="19481"/>
                </a:cubicBezTo>
                <a:lnTo>
                  <a:pt x="10975" y="19481"/>
                </a:lnTo>
                <a:cubicBezTo>
                  <a:pt x="11209" y="19481"/>
                  <a:pt x="11409" y="19281"/>
                  <a:pt x="11409" y="19048"/>
                </a:cubicBezTo>
                <a:lnTo>
                  <a:pt x="11409" y="15378"/>
                </a:lnTo>
                <a:cubicBezTo>
                  <a:pt x="11409" y="15145"/>
                  <a:pt x="11209" y="14978"/>
                  <a:pt x="10975" y="14978"/>
                </a:cubicBezTo>
                <a:close/>
                <a:moveTo>
                  <a:pt x="13544" y="14978"/>
                </a:moveTo>
                <a:cubicBezTo>
                  <a:pt x="13310" y="14978"/>
                  <a:pt x="13110" y="15145"/>
                  <a:pt x="13110" y="15378"/>
                </a:cubicBezTo>
                <a:lnTo>
                  <a:pt x="13110" y="19048"/>
                </a:lnTo>
                <a:cubicBezTo>
                  <a:pt x="13110" y="19281"/>
                  <a:pt x="13310" y="19481"/>
                  <a:pt x="13544" y="19481"/>
                </a:cubicBezTo>
                <a:lnTo>
                  <a:pt x="17547" y="19481"/>
                </a:lnTo>
                <a:cubicBezTo>
                  <a:pt x="17780" y="19481"/>
                  <a:pt x="17947" y="19281"/>
                  <a:pt x="17947" y="19048"/>
                </a:cubicBezTo>
                <a:lnTo>
                  <a:pt x="17947" y="15378"/>
                </a:lnTo>
                <a:cubicBezTo>
                  <a:pt x="17947" y="15145"/>
                  <a:pt x="17780" y="14978"/>
                  <a:pt x="17547" y="14978"/>
                </a:cubicBezTo>
                <a:close/>
                <a:moveTo>
                  <a:pt x="20082" y="14978"/>
                </a:moveTo>
                <a:cubicBezTo>
                  <a:pt x="19882" y="14978"/>
                  <a:pt x="19681" y="15145"/>
                  <a:pt x="19681" y="15378"/>
                </a:cubicBezTo>
                <a:lnTo>
                  <a:pt x="19681" y="19048"/>
                </a:lnTo>
                <a:cubicBezTo>
                  <a:pt x="19681" y="19281"/>
                  <a:pt x="19882" y="19481"/>
                  <a:pt x="20082" y="19481"/>
                </a:cubicBezTo>
                <a:lnTo>
                  <a:pt x="24085" y="19481"/>
                </a:lnTo>
                <a:cubicBezTo>
                  <a:pt x="24318" y="19481"/>
                  <a:pt x="24518" y="19281"/>
                  <a:pt x="24518" y="19048"/>
                </a:cubicBezTo>
                <a:lnTo>
                  <a:pt x="24518" y="15378"/>
                </a:lnTo>
                <a:cubicBezTo>
                  <a:pt x="24518" y="15145"/>
                  <a:pt x="24318" y="14978"/>
                  <a:pt x="24085" y="14978"/>
                </a:cubicBezTo>
                <a:close/>
                <a:moveTo>
                  <a:pt x="26653" y="14978"/>
                </a:moveTo>
                <a:cubicBezTo>
                  <a:pt x="26420" y="14978"/>
                  <a:pt x="26253" y="15145"/>
                  <a:pt x="26253" y="15378"/>
                </a:cubicBezTo>
                <a:lnTo>
                  <a:pt x="26253" y="19048"/>
                </a:lnTo>
                <a:cubicBezTo>
                  <a:pt x="26253" y="19281"/>
                  <a:pt x="26420" y="19481"/>
                  <a:pt x="26653" y="19481"/>
                </a:cubicBezTo>
                <a:lnTo>
                  <a:pt x="30656" y="19481"/>
                </a:lnTo>
                <a:cubicBezTo>
                  <a:pt x="30889" y="19481"/>
                  <a:pt x="31056" y="19281"/>
                  <a:pt x="31056" y="19048"/>
                </a:cubicBezTo>
                <a:lnTo>
                  <a:pt x="31056" y="15378"/>
                </a:lnTo>
                <a:cubicBezTo>
                  <a:pt x="31056" y="15145"/>
                  <a:pt x="30889" y="14978"/>
                  <a:pt x="30656" y="14978"/>
                </a:cubicBezTo>
                <a:close/>
                <a:moveTo>
                  <a:pt x="33224" y="14978"/>
                </a:moveTo>
                <a:cubicBezTo>
                  <a:pt x="32991" y="14978"/>
                  <a:pt x="32791" y="15145"/>
                  <a:pt x="32791" y="15378"/>
                </a:cubicBezTo>
                <a:lnTo>
                  <a:pt x="32791" y="19048"/>
                </a:lnTo>
                <a:cubicBezTo>
                  <a:pt x="32791" y="19281"/>
                  <a:pt x="32991" y="19481"/>
                  <a:pt x="33224" y="19481"/>
                </a:cubicBezTo>
                <a:lnTo>
                  <a:pt x="37194" y="19481"/>
                </a:lnTo>
                <a:cubicBezTo>
                  <a:pt x="37427" y="19481"/>
                  <a:pt x="37628" y="19281"/>
                  <a:pt x="37628" y="19048"/>
                </a:cubicBezTo>
                <a:lnTo>
                  <a:pt x="37628" y="15378"/>
                </a:lnTo>
                <a:cubicBezTo>
                  <a:pt x="37628" y="15145"/>
                  <a:pt x="37427" y="14978"/>
                  <a:pt x="37194" y="14978"/>
                </a:cubicBezTo>
                <a:close/>
                <a:moveTo>
                  <a:pt x="39762" y="14978"/>
                </a:moveTo>
                <a:cubicBezTo>
                  <a:pt x="39529" y="14978"/>
                  <a:pt x="39329" y="15145"/>
                  <a:pt x="39329" y="15378"/>
                </a:cubicBezTo>
                <a:lnTo>
                  <a:pt x="39329" y="19048"/>
                </a:lnTo>
                <a:cubicBezTo>
                  <a:pt x="39362" y="19281"/>
                  <a:pt x="39529" y="19481"/>
                  <a:pt x="39762" y="19481"/>
                </a:cubicBezTo>
                <a:lnTo>
                  <a:pt x="43765" y="19481"/>
                </a:lnTo>
                <a:cubicBezTo>
                  <a:pt x="43999" y="19481"/>
                  <a:pt x="44166" y="19281"/>
                  <a:pt x="44166" y="19048"/>
                </a:cubicBezTo>
                <a:lnTo>
                  <a:pt x="44166" y="15378"/>
                </a:lnTo>
                <a:cubicBezTo>
                  <a:pt x="44166" y="15145"/>
                  <a:pt x="43999" y="14978"/>
                  <a:pt x="43765" y="14978"/>
                </a:cubicBezTo>
                <a:close/>
                <a:moveTo>
                  <a:pt x="46334" y="14978"/>
                </a:moveTo>
                <a:cubicBezTo>
                  <a:pt x="46100" y="14978"/>
                  <a:pt x="45900" y="15145"/>
                  <a:pt x="45900" y="15378"/>
                </a:cubicBezTo>
                <a:lnTo>
                  <a:pt x="45900" y="19048"/>
                </a:lnTo>
                <a:cubicBezTo>
                  <a:pt x="45900" y="19281"/>
                  <a:pt x="46100" y="19481"/>
                  <a:pt x="46334" y="19481"/>
                </a:cubicBezTo>
                <a:lnTo>
                  <a:pt x="50337" y="19481"/>
                </a:lnTo>
                <a:cubicBezTo>
                  <a:pt x="50537" y="19481"/>
                  <a:pt x="50737" y="19281"/>
                  <a:pt x="50737" y="19048"/>
                </a:cubicBezTo>
                <a:lnTo>
                  <a:pt x="50737" y="15378"/>
                </a:lnTo>
                <a:cubicBezTo>
                  <a:pt x="50737" y="15145"/>
                  <a:pt x="50537" y="14978"/>
                  <a:pt x="50337" y="14978"/>
                </a:cubicBezTo>
                <a:close/>
                <a:moveTo>
                  <a:pt x="52872" y="14978"/>
                </a:moveTo>
                <a:cubicBezTo>
                  <a:pt x="52638" y="14978"/>
                  <a:pt x="52471" y="15145"/>
                  <a:pt x="52471" y="15378"/>
                </a:cubicBezTo>
                <a:lnTo>
                  <a:pt x="52471" y="19048"/>
                </a:lnTo>
                <a:cubicBezTo>
                  <a:pt x="52471" y="19281"/>
                  <a:pt x="52638" y="19481"/>
                  <a:pt x="52872" y="19481"/>
                </a:cubicBezTo>
                <a:lnTo>
                  <a:pt x="56875" y="19481"/>
                </a:lnTo>
                <a:cubicBezTo>
                  <a:pt x="57108" y="19481"/>
                  <a:pt x="57308" y="19281"/>
                  <a:pt x="57308" y="19048"/>
                </a:cubicBezTo>
                <a:lnTo>
                  <a:pt x="57308" y="15378"/>
                </a:lnTo>
                <a:cubicBezTo>
                  <a:pt x="57308" y="15145"/>
                  <a:pt x="57108" y="14978"/>
                  <a:pt x="56875" y="14978"/>
                </a:cubicBezTo>
                <a:close/>
                <a:moveTo>
                  <a:pt x="59443" y="14978"/>
                </a:moveTo>
                <a:cubicBezTo>
                  <a:pt x="59210" y="14978"/>
                  <a:pt x="59009" y="15145"/>
                  <a:pt x="59009" y="15378"/>
                </a:cubicBezTo>
                <a:lnTo>
                  <a:pt x="59009" y="19048"/>
                </a:lnTo>
                <a:cubicBezTo>
                  <a:pt x="59009" y="19281"/>
                  <a:pt x="59210" y="19481"/>
                  <a:pt x="59443" y="19481"/>
                </a:cubicBezTo>
                <a:lnTo>
                  <a:pt x="63446" y="19481"/>
                </a:lnTo>
                <a:cubicBezTo>
                  <a:pt x="63646" y="19481"/>
                  <a:pt x="63846" y="19281"/>
                  <a:pt x="63846" y="19048"/>
                </a:cubicBezTo>
                <a:lnTo>
                  <a:pt x="63846" y="15378"/>
                </a:lnTo>
                <a:cubicBezTo>
                  <a:pt x="63846" y="15145"/>
                  <a:pt x="63646" y="14978"/>
                  <a:pt x="63446" y="14978"/>
                </a:cubicBezTo>
                <a:close/>
                <a:moveTo>
                  <a:pt x="65981" y="14978"/>
                </a:moveTo>
                <a:cubicBezTo>
                  <a:pt x="65748" y="14978"/>
                  <a:pt x="65581" y="15145"/>
                  <a:pt x="65581" y="15378"/>
                </a:cubicBezTo>
                <a:lnTo>
                  <a:pt x="65581" y="19048"/>
                </a:lnTo>
                <a:cubicBezTo>
                  <a:pt x="65581" y="19281"/>
                  <a:pt x="65748" y="19481"/>
                  <a:pt x="65981" y="19481"/>
                </a:cubicBezTo>
                <a:lnTo>
                  <a:pt x="69984" y="19481"/>
                </a:lnTo>
                <a:cubicBezTo>
                  <a:pt x="70217" y="19481"/>
                  <a:pt x="70418" y="19281"/>
                  <a:pt x="70418" y="19048"/>
                </a:cubicBezTo>
                <a:lnTo>
                  <a:pt x="70418" y="15378"/>
                </a:lnTo>
                <a:cubicBezTo>
                  <a:pt x="70418" y="15145"/>
                  <a:pt x="70217" y="14978"/>
                  <a:pt x="69984" y="14978"/>
                </a:cubicBezTo>
                <a:close/>
                <a:moveTo>
                  <a:pt x="65981" y="9041"/>
                </a:moveTo>
                <a:cubicBezTo>
                  <a:pt x="65748" y="9041"/>
                  <a:pt x="65581" y="9207"/>
                  <a:pt x="65581" y="9441"/>
                </a:cubicBezTo>
                <a:lnTo>
                  <a:pt x="65581" y="13110"/>
                </a:lnTo>
                <a:cubicBezTo>
                  <a:pt x="65581" y="13344"/>
                  <a:pt x="65748" y="13544"/>
                  <a:pt x="65981" y="13544"/>
                </a:cubicBezTo>
                <a:lnTo>
                  <a:pt x="71719" y="13544"/>
                </a:lnTo>
                <a:cubicBezTo>
                  <a:pt x="71952" y="13544"/>
                  <a:pt x="72119" y="13744"/>
                  <a:pt x="72119" y="13944"/>
                </a:cubicBezTo>
                <a:lnTo>
                  <a:pt x="72119" y="19048"/>
                </a:lnTo>
                <a:cubicBezTo>
                  <a:pt x="72119" y="19281"/>
                  <a:pt x="72319" y="19481"/>
                  <a:pt x="72552" y="19481"/>
                </a:cubicBezTo>
                <a:lnTo>
                  <a:pt x="76555" y="19481"/>
                </a:lnTo>
                <a:cubicBezTo>
                  <a:pt x="76789" y="19481"/>
                  <a:pt x="76956" y="19281"/>
                  <a:pt x="76956" y="19048"/>
                </a:cubicBezTo>
                <a:lnTo>
                  <a:pt x="76956" y="9441"/>
                </a:lnTo>
                <a:cubicBezTo>
                  <a:pt x="76956" y="9207"/>
                  <a:pt x="76789" y="9041"/>
                  <a:pt x="76555" y="9041"/>
                </a:cubicBezTo>
                <a:close/>
                <a:moveTo>
                  <a:pt x="434" y="20916"/>
                </a:moveTo>
                <a:cubicBezTo>
                  <a:pt x="201" y="20916"/>
                  <a:pt x="1" y="21083"/>
                  <a:pt x="1" y="21316"/>
                </a:cubicBezTo>
                <a:lnTo>
                  <a:pt x="1" y="24985"/>
                </a:lnTo>
                <a:cubicBezTo>
                  <a:pt x="1" y="25219"/>
                  <a:pt x="201" y="25419"/>
                  <a:pt x="434" y="25419"/>
                </a:cubicBezTo>
                <a:lnTo>
                  <a:pt x="4437" y="25419"/>
                </a:lnTo>
                <a:cubicBezTo>
                  <a:pt x="4671" y="25419"/>
                  <a:pt x="4837" y="25219"/>
                  <a:pt x="4837" y="24985"/>
                </a:cubicBezTo>
                <a:lnTo>
                  <a:pt x="4837" y="21316"/>
                </a:lnTo>
                <a:cubicBezTo>
                  <a:pt x="4837" y="21083"/>
                  <a:pt x="4671" y="20916"/>
                  <a:pt x="4437" y="20916"/>
                </a:cubicBezTo>
                <a:close/>
                <a:moveTo>
                  <a:pt x="6972" y="20916"/>
                </a:moveTo>
                <a:cubicBezTo>
                  <a:pt x="6739" y="20916"/>
                  <a:pt x="6572" y="21083"/>
                  <a:pt x="6572" y="21316"/>
                </a:cubicBezTo>
                <a:lnTo>
                  <a:pt x="6572" y="24985"/>
                </a:lnTo>
                <a:cubicBezTo>
                  <a:pt x="6572" y="25219"/>
                  <a:pt x="6739" y="25419"/>
                  <a:pt x="6972" y="25419"/>
                </a:cubicBezTo>
                <a:lnTo>
                  <a:pt x="10975" y="25419"/>
                </a:lnTo>
                <a:cubicBezTo>
                  <a:pt x="11209" y="25419"/>
                  <a:pt x="11409" y="25219"/>
                  <a:pt x="11409" y="24985"/>
                </a:cubicBezTo>
                <a:lnTo>
                  <a:pt x="11409" y="21316"/>
                </a:lnTo>
                <a:cubicBezTo>
                  <a:pt x="11409" y="21083"/>
                  <a:pt x="11209" y="20916"/>
                  <a:pt x="10975" y="20916"/>
                </a:cubicBezTo>
                <a:close/>
                <a:moveTo>
                  <a:pt x="13544" y="20916"/>
                </a:moveTo>
                <a:cubicBezTo>
                  <a:pt x="13310" y="20916"/>
                  <a:pt x="13110" y="21083"/>
                  <a:pt x="13110" y="21316"/>
                </a:cubicBezTo>
                <a:lnTo>
                  <a:pt x="13110" y="24985"/>
                </a:lnTo>
                <a:cubicBezTo>
                  <a:pt x="13110" y="25219"/>
                  <a:pt x="13310" y="25419"/>
                  <a:pt x="13544" y="25419"/>
                </a:cubicBezTo>
                <a:lnTo>
                  <a:pt x="17547" y="25419"/>
                </a:lnTo>
                <a:cubicBezTo>
                  <a:pt x="17780" y="25419"/>
                  <a:pt x="17947" y="25219"/>
                  <a:pt x="17947" y="24985"/>
                </a:cubicBezTo>
                <a:lnTo>
                  <a:pt x="17947" y="21316"/>
                </a:lnTo>
                <a:cubicBezTo>
                  <a:pt x="17947" y="21083"/>
                  <a:pt x="17780" y="20916"/>
                  <a:pt x="17547" y="20916"/>
                </a:cubicBezTo>
                <a:close/>
                <a:moveTo>
                  <a:pt x="20082" y="20916"/>
                </a:moveTo>
                <a:cubicBezTo>
                  <a:pt x="19882" y="20916"/>
                  <a:pt x="19681" y="21083"/>
                  <a:pt x="19681" y="21316"/>
                </a:cubicBezTo>
                <a:lnTo>
                  <a:pt x="19681" y="24985"/>
                </a:lnTo>
                <a:cubicBezTo>
                  <a:pt x="19681" y="25219"/>
                  <a:pt x="19882" y="25419"/>
                  <a:pt x="20082" y="25419"/>
                </a:cubicBezTo>
                <a:lnTo>
                  <a:pt x="24085" y="25419"/>
                </a:lnTo>
                <a:cubicBezTo>
                  <a:pt x="24318" y="25419"/>
                  <a:pt x="24518" y="25219"/>
                  <a:pt x="24518" y="24985"/>
                </a:cubicBezTo>
                <a:lnTo>
                  <a:pt x="24518" y="21316"/>
                </a:lnTo>
                <a:cubicBezTo>
                  <a:pt x="24518" y="21083"/>
                  <a:pt x="24318" y="20916"/>
                  <a:pt x="24085" y="20916"/>
                </a:cubicBezTo>
                <a:close/>
                <a:moveTo>
                  <a:pt x="26653" y="20916"/>
                </a:moveTo>
                <a:cubicBezTo>
                  <a:pt x="26420" y="20916"/>
                  <a:pt x="26253" y="21083"/>
                  <a:pt x="26253" y="21316"/>
                </a:cubicBezTo>
                <a:lnTo>
                  <a:pt x="26253" y="24985"/>
                </a:lnTo>
                <a:cubicBezTo>
                  <a:pt x="26253" y="25219"/>
                  <a:pt x="26420" y="25419"/>
                  <a:pt x="26653" y="25419"/>
                </a:cubicBezTo>
                <a:lnTo>
                  <a:pt x="30656" y="25419"/>
                </a:lnTo>
                <a:cubicBezTo>
                  <a:pt x="30889" y="25419"/>
                  <a:pt x="31056" y="25219"/>
                  <a:pt x="31056" y="24985"/>
                </a:cubicBezTo>
                <a:lnTo>
                  <a:pt x="31056" y="21316"/>
                </a:lnTo>
                <a:cubicBezTo>
                  <a:pt x="31056" y="21083"/>
                  <a:pt x="30889" y="20916"/>
                  <a:pt x="30656" y="20916"/>
                </a:cubicBezTo>
                <a:close/>
                <a:moveTo>
                  <a:pt x="33224" y="20916"/>
                </a:moveTo>
                <a:cubicBezTo>
                  <a:pt x="32991" y="20916"/>
                  <a:pt x="32791" y="21083"/>
                  <a:pt x="32791" y="21316"/>
                </a:cubicBezTo>
                <a:lnTo>
                  <a:pt x="32791" y="24985"/>
                </a:lnTo>
                <a:cubicBezTo>
                  <a:pt x="32791" y="25219"/>
                  <a:pt x="32991" y="25419"/>
                  <a:pt x="33224" y="25419"/>
                </a:cubicBezTo>
                <a:lnTo>
                  <a:pt x="37194" y="25419"/>
                </a:lnTo>
                <a:cubicBezTo>
                  <a:pt x="37427" y="25419"/>
                  <a:pt x="37628" y="25219"/>
                  <a:pt x="37628" y="24985"/>
                </a:cubicBezTo>
                <a:lnTo>
                  <a:pt x="37628" y="21316"/>
                </a:lnTo>
                <a:cubicBezTo>
                  <a:pt x="37628" y="21083"/>
                  <a:pt x="37427" y="20916"/>
                  <a:pt x="37194" y="20916"/>
                </a:cubicBezTo>
                <a:close/>
                <a:moveTo>
                  <a:pt x="39762" y="20916"/>
                </a:moveTo>
                <a:cubicBezTo>
                  <a:pt x="39529" y="20916"/>
                  <a:pt x="39329" y="21083"/>
                  <a:pt x="39329" y="21316"/>
                </a:cubicBezTo>
                <a:lnTo>
                  <a:pt x="39329" y="24985"/>
                </a:lnTo>
                <a:cubicBezTo>
                  <a:pt x="39362" y="25219"/>
                  <a:pt x="39529" y="25419"/>
                  <a:pt x="39762" y="25419"/>
                </a:cubicBezTo>
                <a:lnTo>
                  <a:pt x="43765" y="25419"/>
                </a:lnTo>
                <a:cubicBezTo>
                  <a:pt x="43999" y="25419"/>
                  <a:pt x="44166" y="25219"/>
                  <a:pt x="44166" y="24985"/>
                </a:cubicBezTo>
                <a:lnTo>
                  <a:pt x="44166" y="21316"/>
                </a:lnTo>
                <a:cubicBezTo>
                  <a:pt x="44166" y="21083"/>
                  <a:pt x="43999" y="20916"/>
                  <a:pt x="43765" y="20916"/>
                </a:cubicBezTo>
                <a:close/>
                <a:moveTo>
                  <a:pt x="46334" y="20916"/>
                </a:moveTo>
                <a:cubicBezTo>
                  <a:pt x="46100" y="20916"/>
                  <a:pt x="45900" y="21083"/>
                  <a:pt x="45900" y="21316"/>
                </a:cubicBezTo>
                <a:lnTo>
                  <a:pt x="45900" y="24985"/>
                </a:lnTo>
                <a:cubicBezTo>
                  <a:pt x="45900" y="25219"/>
                  <a:pt x="46100" y="25419"/>
                  <a:pt x="46334" y="25419"/>
                </a:cubicBezTo>
                <a:lnTo>
                  <a:pt x="50337" y="25419"/>
                </a:lnTo>
                <a:cubicBezTo>
                  <a:pt x="50537" y="25419"/>
                  <a:pt x="50737" y="25219"/>
                  <a:pt x="50737" y="24985"/>
                </a:cubicBezTo>
                <a:lnTo>
                  <a:pt x="50737" y="21316"/>
                </a:lnTo>
                <a:cubicBezTo>
                  <a:pt x="50737" y="21083"/>
                  <a:pt x="50537" y="20916"/>
                  <a:pt x="50337" y="20916"/>
                </a:cubicBezTo>
                <a:close/>
                <a:moveTo>
                  <a:pt x="52872" y="20916"/>
                </a:moveTo>
                <a:cubicBezTo>
                  <a:pt x="52638" y="20916"/>
                  <a:pt x="52471" y="21083"/>
                  <a:pt x="52471" y="21316"/>
                </a:cubicBezTo>
                <a:lnTo>
                  <a:pt x="52471" y="24985"/>
                </a:lnTo>
                <a:cubicBezTo>
                  <a:pt x="52471" y="25219"/>
                  <a:pt x="52638" y="25419"/>
                  <a:pt x="52872" y="25419"/>
                </a:cubicBezTo>
                <a:lnTo>
                  <a:pt x="56875" y="25419"/>
                </a:lnTo>
                <a:cubicBezTo>
                  <a:pt x="57108" y="25419"/>
                  <a:pt x="57308" y="25219"/>
                  <a:pt x="57308" y="24985"/>
                </a:cubicBezTo>
                <a:lnTo>
                  <a:pt x="57308" y="21316"/>
                </a:lnTo>
                <a:cubicBezTo>
                  <a:pt x="57308" y="21083"/>
                  <a:pt x="57108" y="20916"/>
                  <a:pt x="56875" y="20916"/>
                </a:cubicBezTo>
                <a:close/>
                <a:moveTo>
                  <a:pt x="59443" y="20916"/>
                </a:moveTo>
                <a:cubicBezTo>
                  <a:pt x="59210" y="20916"/>
                  <a:pt x="59009" y="21083"/>
                  <a:pt x="59009" y="21316"/>
                </a:cubicBezTo>
                <a:lnTo>
                  <a:pt x="59009" y="24985"/>
                </a:lnTo>
                <a:cubicBezTo>
                  <a:pt x="59009" y="25219"/>
                  <a:pt x="59210" y="25419"/>
                  <a:pt x="59443" y="25419"/>
                </a:cubicBezTo>
                <a:lnTo>
                  <a:pt x="63446" y="25419"/>
                </a:lnTo>
                <a:cubicBezTo>
                  <a:pt x="63646" y="25419"/>
                  <a:pt x="63846" y="25219"/>
                  <a:pt x="63846" y="24985"/>
                </a:cubicBezTo>
                <a:lnTo>
                  <a:pt x="63846" y="21316"/>
                </a:lnTo>
                <a:cubicBezTo>
                  <a:pt x="63846" y="21083"/>
                  <a:pt x="63646" y="20916"/>
                  <a:pt x="63446" y="20916"/>
                </a:cubicBezTo>
                <a:close/>
                <a:moveTo>
                  <a:pt x="65981" y="20916"/>
                </a:moveTo>
                <a:cubicBezTo>
                  <a:pt x="65748" y="20916"/>
                  <a:pt x="65581" y="21083"/>
                  <a:pt x="65581" y="21316"/>
                </a:cubicBezTo>
                <a:lnTo>
                  <a:pt x="65581" y="24985"/>
                </a:lnTo>
                <a:cubicBezTo>
                  <a:pt x="65581" y="25219"/>
                  <a:pt x="65748" y="25419"/>
                  <a:pt x="65981" y="25419"/>
                </a:cubicBezTo>
                <a:lnTo>
                  <a:pt x="69984" y="25419"/>
                </a:lnTo>
                <a:cubicBezTo>
                  <a:pt x="70217" y="25419"/>
                  <a:pt x="70418" y="25219"/>
                  <a:pt x="70418" y="24985"/>
                </a:cubicBezTo>
                <a:lnTo>
                  <a:pt x="70418" y="21316"/>
                </a:lnTo>
                <a:cubicBezTo>
                  <a:pt x="70418" y="21083"/>
                  <a:pt x="70217" y="20916"/>
                  <a:pt x="69984" y="20916"/>
                </a:cubicBezTo>
                <a:close/>
                <a:moveTo>
                  <a:pt x="72552" y="20916"/>
                </a:moveTo>
                <a:cubicBezTo>
                  <a:pt x="72319" y="20916"/>
                  <a:pt x="72119" y="21083"/>
                  <a:pt x="72119" y="21316"/>
                </a:cubicBezTo>
                <a:lnTo>
                  <a:pt x="72119" y="24985"/>
                </a:lnTo>
                <a:cubicBezTo>
                  <a:pt x="72119" y="25219"/>
                  <a:pt x="72319" y="25419"/>
                  <a:pt x="72552" y="25419"/>
                </a:cubicBezTo>
                <a:lnTo>
                  <a:pt x="76555" y="25419"/>
                </a:lnTo>
                <a:cubicBezTo>
                  <a:pt x="76789" y="25419"/>
                  <a:pt x="76956" y="25219"/>
                  <a:pt x="76956" y="24985"/>
                </a:cubicBezTo>
                <a:lnTo>
                  <a:pt x="76956" y="21316"/>
                </a:lnTo>
                <a:cubicBezTo>
                  <a:pt x="76956" y="21083"/>
                  <a:pt x="76789" y="20916"/>
                  <a:pt x="76555" y="20916"/>
                </a:cubicBezTo>
                <a:close/>
                <a:moveTo>
                  <a:pt x="434" y="26853"/>
                </a:moveTo>
                <a:cubicBezTo>
                  <a:pt x="201" y="26853"/>
                  <a:pt x="1" y="27020"/>
                  <a:pt x="1" y="27254"/>
                </a:cubicBezTo>
                <a:lnTo>
                  <a:pt x="1" y="30923"/>
                </a:lnTo>
                <a:cubicBezTo>
                  <a:pt x="1" y="31156"/>
                  <a:pt x="201" y="31357"/>
                  <a:pt x="434" y="31357"/>
                </a:cubicBezTo>
                <a:lnTo>
                  <a:pt x="4437" y="31357"/>
                </a:lnTo>
                <a:cubicBezTo>
                  <a:pt x="4671" y="31357"/>
                  <a:pt x="4837" y="31156"/>
                  <a:pt x="4837" y="30923"/>
                </a:cubicBezTo>
                <a:lnTo>
                  <a:pt x="4837" y="27254"/>
                </a:lnTo>
                <a:cubicBezTo>
                  <a:pt x="4837" y="27020"/>
                  <a:pt x="4671" y="26853"/>
                  <a:pt x="4437" y="26853"/>
                </a:cubicBezTo>
                <a:close/>
                <a:moveTo>
                  <a:pt x="6972" y="26853"/>
                </a:moveTo>
                <a:cubicBezTo>
                  <a:pt x="6739" y="26853"/>
                  <a:pt x="6572" y="27020"/>
                  <a:pt x="6572" y="27254"/>
                </a:cubicBezTo>
                <a:lnTo>
                  <a:pt x="6572" y="30923"/>
                </a:lnTo>
                <a:cubicBezTo>
                  <a:pt x="6572" y="31156"/>
                  <a:pt x="6739" y="31357"/>
                  <a:pt x="6972" y="31357"/>
                </a:cubicBezTo>
                <a:lnTo>
                  <a:pt x="10975" y="31357"/>
                </a:lnTo>
                <a:cubicBezTo>
                  <a:pt x="11209" y="31357"/>
                  <a:pt x="11409" y="31156"/>
                  <a:pt x="11409" y="30923"/>
                </a:cubicBezTo>
                <a:lnTo>
                  <a:pt x="11409" y="27254"/>
                </a:lnTo>
                <a:cubicBezTo>
                  <a:pt x="11409" y="27020"/>
                  <a:pt x="11209" y="26853"/>
                  <a:pt x="10975" y="26853"/>
                </a:cubicBezTo>
                <a:close/>
                <a:moveTo>
                  <a:pt x="13544" y="26853"/>
                </a:moveTo>
                <a:cubicBezTo>
                  <a:pt x="13310" y="26853"/>
                  <a:pt x="13110" y="27020"/>
                  <a:pt x="13110" y="27254"/>
                </a:cubicBezTo>
                <a:lnTo>
                  <a:pt x="13110" y="30923"/>
                </a:lnTo>
                <a:cubicBezTo>
                  <a:pt x="13110" y="31156"/>
                  <a:pt x="13310" y="31357"/>
                  <a:pt x="13544" y="31357"/>
                </a:cubicBezTo>
                <a:lnTo>
                  <a:pt x="17547" y="31357"/>
                </a:lnTo>
                <a:cubicBezTo>
                  <a:pt x="17780" y="31357"/>
                  <a:pt x="17947" y="31156"/>
                  <a:pt x="17947" y="30923"/>
                </a:cubicBezTo>
                <a:lnTo>
                  <a:pt x="17947" y="27254"/>
                </a:lnTo>
                <a:cubicBezTo>
                  <a:pt x="17947" y="27020"/>
                  <a:pt x="17780" y="26853"/>
                  <a:pt x="17547" y="26853"/>
                </a:cubicBezTo>
                <a:close/>
                <a:moveTo>
                  <a:pt x="20082" y="26853"/>
                </a:moveTo>
                <a:cubicBezTo>
                  <a:pt x="19882" y="26853"/>
                  <a:pt x="19681" y="27020"/>
                  <a:pt x="19681" y="27254"/>
                </a:cubicBezTo>
                <a:lnTo>
                  <a:pt x="19681" y="30923"/>
                </a:lnTo>
                <a:cubicBezTo>
                  <a:pt x="19681" y="31156"/>
                  <a:pt x="19882" y="31357"/>
                  <a:pt x="20082" y="31357"/>
                </a:cubicBezTo>
                <a:lnTo>
                  <a:pt x="24085" y="31357"/>
                </a:lnTo>
                <a:cubicBezTo>
                  <a:pt x="24318" y="31357"/>
                  <a:pt x="24518" y="31156"/>
                  <a:pt x="24518" y="30923"/>
                </a:cubicBezTo>
                <a:lnTo>
                  <a:pt x="24518" y="27254"/>
                </a:lnTo>
                <a:cubicBezTo>
                  <a:pt x="24518" y="27020"/>
                  <a:pt x="24318" y="26853"/>
                  <a:pt x="24085" y="26853"/>
                </a:cubicBezTo>
                <a:close/>
                <a:moveTo>
                  <a:pt x="26653" y="26853"/>
                </a:moveTo>
                <a:cubicBezTo>
                  <a:pt x="26420" y="26853"/>
                  <a:pt x="26253" y="27020"/>
                  <a:pt x="26253" y="27254"/>
                </a:cubicBezTo>
                <a:lnTo>
                  <a:pt x="26253" y="30923"/>
                </a:lnTo>
                <a:cubicBezTo>
                  <a:pt x="26253" y="31156"/>
                  <a:pt x="26420" y="31357"/>
                  <a:pt x="26653" y="31357"/>
                </a:cubicBezTo>
                <a:lnTo>
                  <a:pt x="56875" y="31357"/>
                </a:lnTo>
                <a:cubicBezTo>
                  <a:pt x="57108" y="31357"/>
                  <a:pt x="57308" y="31156"/>
                  <a:pt x="57308" y="30923"/>
                </a:cubicBezTo>
                <a:lnTo>
                  <a:pt x="57308" y="27254"/>
                </a:lnTo>
                <a:cubicBezTo>
                  <a:pt x="57308" y="27020"/>
                  <a:pt x="57108" y="26853"/>
                  <a:pt x="56875" y="26853"/>
                </a:cubicBezTo>
                <a:close/>
                <a:moveTo>
                  <a:pt x="59443" y="26853"/>
                </a:moveTo>
                <a:cubicBezTo>
                  <a:pt x="59210" y="26853"/>
                  <a:pt x="59009" y="27020"/>
                  <a:pt x="59009" y="27254"/>
                </a:cubicBezTo>
                <a:lnTo>
                  <a:pt x="59009" y="30923"/>
                </a:lnTo>
                <a:cubicBezTo>
                  <a:pt x="59009" y="31156"/>
                  <a:pt x="59210" y="31357"/>
                  <a:pt x="59443" y="31357"/>
                </a:cubicBezTo>
                <a:lnTo>
                  <a:pt x="63446" y="31357"/>
                </a:lnTo>
                <a:cubicBezTo>
                  <a:pt x="63646" y="31357"/>
                  <a:pt x="63846" y="31156"/>
                  <a:pt x="63846" y="30923"/>
                </a:cubicBezTo>
                <a:lnTo>
                  <a:pt x="63846" y="27254"/>
                </a:lnTo>
                <a:cubicBezTo>
                  <a:pt x="63846" y="27020"/>
                  <a:pt x="63646" y="26853"/>
                  <a:pt x="63446" y="26853"/>
                </a:cubicBezTo>
                <a:close/>
                <a:moveTo>
                  <a:pt x="65981" y="26853"/>
                </a:moveTo>
                <a:cubicBezTo>
                  <a:pt x="65748" y="26853"/>
                  <a:pt x="65581" y="27020"/>
                  <a:pt x="65581" y="27254"/>
                </a:cubicBezTo>
                <a:lnTo>
                  <a:pt x="65581" y="30923"/>
                </a:lnTo>
                <a:cubicBezTo>
                  <a:pt x="65581" y="31156"/>
                  <a:pt x="65748" y="31357"/>
                  <a:pt x="65981" y="31357"/>
                </a:cubicBezTo>
                <a:lnTo>
                  <a:pt x="69984" y="31357"/>
                </a:lnTo>
                <a:cubicBezTo>
                  <a:pt x="70217" y="31357"/>
                  <a:pt x="70418" y="31156"/>
                  <a:pt x="70418" y="30923"/>
                </a:cubicBezTo>
                <a:lnTo>
                  <a:pt x="70418" y="27254"/>
                </a:lnTo>
                <a:cubicBezTo>
                  <a:pt x="70418" y="27020"/>
                  <a:pt x="70217" y="26853"/>
                  <a:pt x="69984" y="26853"/>
                </a:cubicBezTo>
                <a:close/>
                <a:moveTo>
                  <a:pt x="72552" y="26853"/>
                </a:moveTo>
                <a:cubicBezTo>
                  <a:pt x="72319" y="26853"/>
                  <a:pt x="72119" y="27020"/>
                  <a:pt x="72119" y="27254"/>
                </a:cubicBezTo>
                <a:lnTo>
                  <a:pt x="72119" y="30923"/>
                </a:lnTo>
                <a:cubicBezTo>
                  <a:pt x="72119" y="31156"/>
                  <a:pt x="72319" y="31357"/>
                  <a:pt x="72552" y="31357"/>
                </a:cubicBezTo>
                <a:lnTo>
                  <a:pt x="76555" y="31357"/>
                </a:lnTo>
                <a:cubicBezTo>
                  <a:pt x="76789" y="31357"/>
                  <a:pt x="76956" y="31156"/>
                  <a:pt x="76956" y="30923"/>
                </a:cubicBezTo>
                <a:lnTo>
                  <a:pt x="76956" y="27254"/>
                </a:lnTo>
                <a:cubicBezTo>
                  <a:pt x="76956" y="27020"/>
                  <a:pt x="76789" y="26853"/>
                  <a:pt x="76555" y="2685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7"/>
          <p:cNvSpPr/>
          <p:nvPr/>
        </p:nvSpPr>
        <p:spPr>
          <a:xfrm>
            <a:off x="6116020" y="3061064"/>
            <a:ext cx="126852" cy="13162"/>
          </a:xfrm>
          <a:custGeom>
            <a:avLst/>
            <a:gdLst/>
            <a:ahLst/>
            <a:cxnLst/>
            <a:rect l="l" t="t" r="r" b="b"/>
            <a:pathLst>
              <a:path w="4838" h="502" extrusionOk="0">
                <a:moveTo>
                  <a:pt x="434" y="1"/>
                </a:moveTo>
                <a:cubicBezTo>
                  <a:pt x="201" y="1"/>
                  <a:pt x="1" y="201"/>
                  <a:pt x="1" y="435"/>
                </a:cubicBezTo>
                <a:lnTo>
                  <a:pt x="1" y="501"/>
                </a:lnTo>
                <a:cubicBezTo>
                  <a:pt x="1" y="268"/>
                  <a:pt x="201" y="101"/>
                  <a:pt x="434" y="101"/>
                </a:cubicBezTo>
                <a:lnTo>
                  <a:pt x="4437" y="101"/>
                </a:lnTo>
                <a:cubicBezTo>
                  <a:pt x="4671" y="101"/>
                  <a:pt x="4837" y="268"/>
                  <a:pt x="4837" y="501"/>
                </a:cubicBezTo>
                <a:lnTo>
                  <a:pt x="4837" y="435"/>
                </a:lnTo>
                <a:cubicBezTo>
                  <a:pt x="4837"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7"/>
          <p:cNvSpPr/>
          <p:nvPr/>
        </p:nvSpPr>
        <p:spPr>
          <a:xfrm>
            <a:off x="6116020" y="3671568"/>
            <a:ext cx="126852" cy="13136"/>
          </a:xfrm>
          <a:custGeom>
            <a:avLst/>
            <a:gdLst/>
            <a:ahLst/>
            <a:cxnLst/>
            <a:rect l="l" t="t" r="r" b="b"/>
            <a:pathLst>
              <a:path w="4838" h="501" extrusionOk="0">
                <a:moveTo>
                  <a:pt x="434" y="0"/>
                </a:moveTo>
                <a:cubicBezTo>
                  <a:pt x="201" y="0"/>
                  <a:pt x="1" y="167"/>
                  <a:pt x="1" y="401"/>
                </a:cubicBezTo>
                <a:lnTo>
                  <a:pt x="1" y="501"/>
                </a:lnTo>
                <a:cubicBezTo>
                  <a:pt x="1" y="267"/>
                  <a:pt x="201" y="67"/>
                  <a:pt x="434" y="67"/>
                </a:cubicBezTo>
                <a:lnTo>
                  <a:pt x="4437" y="67"/>
                </a:lnTo>
                <a:cubicBezTo>
                  <a:pt x="4671" y="67"/>
                  <a:pt x="4837" y="267"/>
                  <a:pt x="4837" y="501"/>
                </a:cubicBezTo>
                <a:lnTo>
                  <a:pt x="4837" y="401"/>
                </a:lnTo>
                <a:cubicBezTo>
                  <a:pt x="4837"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7"/>
          <p:cNvSpPr/>
          <p:nvPr/>
        </p:nvSpPr>
        <p:spPr>
          <a:xfrm>
            <a:off x="6116020"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37" y="67"/>
                </a:lnTo>
                <a:cubicBezTo>
                  <a:pt x="4671" y="67"/>
                  <a:pt x="4837" y="268"/>
                  <a:pt x="4837" y="501"/>
                </a:cubicBezTo>
                <a:lnTo>
                  <a:pt x="4837" y="401"/>
                </a:lnTo>
                <a:cubicBezTo>
                  <a:pt x="4837"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7"/>
          <p:cNvSpPr/>
          <p:nvPr/>
        </p:nvSpPr>
        <p:spPr>
          <a:xfrm>
            <a:off x="6116020" y="3360207"/>
            <a:ext cx="126852" cy="13136"/>
          </a:xfrm>
          <a:custGeom>
            <a:avLst/>
            <a:gdLst/>
            <a:ahLst/>
            <a:cxnLst/>
            <a:rect l="l" t="t" r="r" b="b"/>
            <a:pathLst>
              <a:path w="4838" h="501" extrusionOk="0">
                <a:moveTo>
                  <a:pt x="434" y="0"/>
                </a:moveTo>
                <a:cubicBezTo>
                  <a:pt x="201" y="0"/>
                  <a:pt x="1" y="167"/>
                  <a:pt x="1" y="400"/>
                </a:cubicBezTo>
                <a:lnTo>
                  <a:pt x="1" y="500"/>
                </a:lnTo>
                <a:cubicBezTo>
                  <a:pt x="1" y="267"/>
                  <a:pt x="201" y="67"/>
                  <a:pt x="434" y="67"/>
                </a:cubicBezTo>
                <a:lnTo>
                  <a:pt x="4437" y="67"/>
                </a:lnTo>
                <a:cubicBezTo>
                  <a:pt x="4671" y="67"/>
                  <a:pt x="4837" y="267"/>
                  <a:pt x="4837" y="500"/>
                </a:cubicBezTo>
                <a:lnTo>
                  <a:pt x="4837" y="400"/>
                </a:lnTo>
                <a:cubicBezTo>
                  <a:pt x="4837"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7"/>
          <p:cNvSpPr/>
          <p:nvPr/>
        </p:nvSpPr>
        <p:spPr>
          <a:xfrm>
            <a:off x="7319514" y="3515875"/>
            <a:ext cx="126826" cy="13162"/>
          </a:xfrm>
          <a:custGeom>
            <a:avLst/>
            <a:gdLst/>
            <a:ahLst/>
            <a:cxnLst/>
            <a:rect l="l" t="t" r="r" b="b"/>
            <a:pathLst>
              <a:path w="4837" h="502" extrusionOk="0">
                <a:moveTo>
                  <a:pt x="434" y="1"/>
                </a:moveTo>
                <a:cubicBezTo>
                  <a:pt x="200" y="1"/>
                  <a:pt x="0" y="168"/>
                  <a:pt x="0" y="401"/>
                </a:cubicBezTo>
                <a:lnTo>
                  <a:pt x="0" y="501"/>
                </a:lnTo>
                <a:cubicBezTo>
                  <a:pt x="0" y="268"/>
                  <a:pt x="200"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7"/>
          <p:cNvSpPr/>
          <p:nvPr/>
        </p:nvSpPr>
        <p:spPr>
          <a:xfrm>
            <a:off x="7319514" y="3204513"/>
            <a:ext cx="126826" cy="13136"/>
          </a:xfrm>
          <a:custGeom>
            <a:avLst/>
            <a:gdLst/>
            <a:ahLst/>
            <a:cxnLst/>
            <a:rect l="l" t="t" r="r" b="b"/>
            <a:pathLst>
              <a:path w="4837" h="501" extrusionOk="0">
                <a:moveTo>
                  <a:pt x="434" y="1"/>
                </a:moveTo>
                <a:cubicBezTo>
                  <a:pt x="200" y="1"/>
                  <a:pt x="0" y="201"/>
                  <a:pt x="0" y="401"/>
                </a:cubicBezTo>
                <a:lnTo>
                  <a:pt x="0" y="501"/>
                </a:lnTo>
                <a:cubicBezTo>
                  <a:pt x="0" y="267"/>
                  <a:pt x="200" y="67"/>
                  <a:pt x="434" y="67"/>
                </a:cubicBezTo>
                <a:lnTo>
                  <a:pt x="4437" y="67"/>
                </a:lnTo>
                <a:cubicBezTo>
                  <a:pt x="4637" y="67"/>
                  <a:pt x="4837" y="267"/>
                  <a:pt x="4837" y="501"/>
                </a:cubicBezTo>
                <a:lnTo>
                  <a:pt x="4837" y="401"/>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7"/>
          <p:cNvSpPr/>
          <p:nvPr/>
        </p:nvSpPr>
        <p:spPr>
          <a:xfrm>
            <a:off x="7319514" y="3360207"/>
            <a:ext cx="126826" cy="12271"/>
          </a:xfrm>
          <a:custGeom>
            <a:avLst/>
            <a:gdLst/>
            <a:ahLst/>
            <a:cxnLst/>
            <a:rect l="l" t="t" r="r" b="b"/>
            <a:pathLst>
              <a:path w="4837" h="468" extrusionOk="0">
                <a:moveTo>
                  <a:pt x="434" y="0"/>
                </a:moveTo>
                <a:cubicBezTo>
                  <a:pt x="200" y="0"/>
                  <a:pt x="0" y="167"/>
                  <a:pt x="0" y="400"/>
                </a:cubicBezTo>
                <a:lnTo>
                  <a:pt x="0" y="467"/>
                </a:lnTo>
                <a:cubicBezTo>
                  <a:pt x="0" y="267"/>
                  <a:pt x="200" y="67"/>
                  <a:pt x="434" y="67"/>
                </a:cubicBezTo>
                <a:lnTo>
                  <a:pt x="4437" y="67"/>
                </a:lnTo>
                <a:cubicBezTo>
                  <a:pt x="4637" y="67"/>
                  <a:pt x="4837" y="267"/>
                  <a:pt x="4837" y="467"/>
                </a:cubicBezTo>
                <a:lnTo>
                  <a:pt x="4837" y="400"/>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7"/>
          <p:cNvSpPr/>
          <p:nvPr/>
        </p:nvSpPr>
        <p:spPr>
          <a:xfrm>
            <a:off x="7835522" y="2967485"/>
            <a:ext cx="126852" cy="13162"/>
          </a:xfrm>
          <a:custGeom>
            <a:avLst/>
            <a:gdLst/>
            <a:ahLst/>
            <a:cxnLst/>
            <a:rect l="l" t="t" r="r" b="b"/>
            <a:pathLst>
              <a:path w="4838" h="502" extrusionOk="0">
                <a:moveTo>
                  <a:pt x="401" y="1"/>
                </a:moveTo>
                <a:cubicBezTo>
                  <a:pt x="168" y="1"/>
                  <a:pt x="1" y="201"/>
                  <a:pt x="1" y="434"/>
                </a:cubicBezTo>
                <a:lnTo>
                  <a:pt x="1" y="501"/>
                </a:lnTo>
                <a:cubicBezTo>
                  <a:pt x="1" y="268"/>
                  <a:pt x="168" y="101"/>
                  <a:pt x="401"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7"/>
          <p:cNvSpPr/>
          <p:nvPr/>
        </p:nvSpPr>
        <p:spPr>
          <a:xfrm>
            <a:off x="7319514" y="3061064"/>
            <a:ext cx="126826" cy="13162"/>
          </a:xfrm>
          <a:custGeom>
            <a:avLst/>
            <a:gdLst/>
            <a:ahLst/>
            <a:cxnLst/>
            <a:rect l="l" t="t" r="r" b="b"/>
            <a:pathLst>
              <a:path w="4837" h="502" extrusionOk="0">
                <a:moveTo>
                  <a:pt x="434" y="1"/>
                </a:moveTo>
                <a:cubicBezTo>
                  <a:pt x="200" y="1"/>
                  <a:pt x="0" y="201"/>
                  <a:pt x="0" y="435"/>
                </a:cubicBezTo>
                <a:lnTo>
                  <a:pt x="0" y="501"/>
                </a:lnTo>
                <a:cubicBezTo>
                  <a:pt x="0" y="268"/>
                  <a:pt x="200"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7"/>
          <p:cNvSpPr/>
          <p:nvPr/>
        </p:nvSpPr>
        <p:spPr>
          <a:xfrm>
            <a:off x="7319514" y="2967485"/>
            <a:ext cx="126826" cy="13162"/>
          </a:xfrm>
          <a:custGeom>
            <a:avLst/>
            <a:gdLst/>
            <a:ahLst/>
            <a:cxnLst/>
            <a:rect l="l" t="t" r="r" b="b"/>
            <a:pathLst>
              <a:path w="4837" h="502" extrusionOk="0">
                <a:moveTo>
                  <a:pt x="434" y="1"/>
                </a:moveTo>
                <a:cubicBezTo>
                  <a:pt x="200" y="1"/>
                  <a:pt x="0" y="201"/>
                  <a:pt x="0" y="434"/>
                </a:cubicBezTo>
                <a:lnTo>
                  <a:pt x="0" y="501"/>
                </a:lnTo>
                <a:cubicBezTo>
                  <a:pt x="0" y="268"/>
                  <a:pt x="200"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7"/>
          <p:cNvSpPr/>
          <p:nvPr/>
        </p:nvSpPr>
        <p:spPr>
          <a:xfrm>
            <a:off x="7835522" y="3671568"/>
            <a:ext cx="126852" cy="13136"/>
          </a:xfrm>
          <a:custGeom>
            <a:avLst/>
            <a:gdLst/>
            <a:ahLst/>
            <a:cxnLst/>
            <a:rect l="l" t="t" r="r" b="b"/>
            <a:pathLst>
              <a:path w="4838" h="501" extrusionOk="0">
                <a:moveTo>
                  <a:pt x="401" y="0"/>
                </a:moveTo>
                <a:cubicBezTo>
                  <a:pt x="168" y="0"/>
                  <a:pt x="1" y="167"/>
                  <a:pt x="1" y="401"/>
                </a:cubicBezTo>
                <a:lnTo>
                  <a:pt x="1" y="501"/>
                </a:lnTo>
                <a:cubicBezTo>
                  <a:pt x="1" y="267"/>
                  <a:pt x="168" y="67"/>
                  <a:pt x="401" y="67"/>
                </a:cubicBezTo>
                <a:lnTo>
                  <a:pt x="4404" y="67"/>
                </a:lnTo>
                <a:cubicBezTo>
                  <a:pt x="4637" y="67"/>
                  <a:pt x="4838" y="267"/>
                  <a:pt x="4838" y="501"/>
                </a:cubicBezTo>
                <a:lnTo>
                  <a:pt x="4838" y="401"/>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7"/>
          <p:cNvSpPr/>
          <p:nvPr/>
        </p:nvSpPr>
        <p:spPr>
          <a:xfrm>
            <a:off x="7663231" y="2967485"/>
            <a:ext cx="126852" cy="13162"/>
          </a:xfrm>
          <a:custGeom>
            <a:avLst/>
            <a:gdLst/>
            <a:ahLst/>
            <a:cxnLst/>
            <a:rect l="l" t="t" r="r" b="b"/>
            <a:pathLst>
              <a:path w="4838" h="502" extrusionOk="0">
                <a:moveTo>
                  <a:pt x="434" y="1"/>
                </a:moveTo>
                <a:cubicBezTo>
                  <a:pt x="201" y="1"/>
                  <a:pt x="0" y="201"/>
                  <a:pt x="0" y="434"/>
                </a:cubicBezTo>
                <a:lnTo>
                  <a:pt x="0" y="501"/>
                </a:lnTo>
                <a:cubicBezTo>
                  <a:pt x="0" y="268"/>
                  <a:pt x="201"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7"/>
          <p:cNvSpPr/>
          <p:nvPr/>
        </p:nvSpPr>
        <p:spPr>
          <a:xfrm>
            <a:off x="7663231" y="3204513"/>
            <a:ext cx="126852" cy="13136"/>
          </a:xfrm>
          <a:custGeom>
            <a:avLst/>
            <a:gdLst/>
            <a:ahLst/>
            <a:cxnLst/>
            <a:rect l="l" t="t" r="r" b="b"/>
            <a:pathLst>
              <a:path w="4838" h="501" extrusionOk="0">
                <a:moveTo>
                  <a:pt x="434" y="1"/>
                </a:moveTo>
                <a:cubicBezTo>
                  <a:pt x="201" y="1"/>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7"/>
          <p:cNvSpPr/>
          <p:nvPr/>
        </p:nvSpPr>
        <p:spPr>
          <a:xfrm>
            <a:off x="7663231" y="3061064"/>
            <a:ext cx="126852" cy="13162"/>
          </a:xfrm>
          <a:custGeom>
            <a:avLst/>
            <a:gdLst/>
            <a:ahLst/>
            <a:cxnLst/>
            <a:rect l="l" t="t" r="r" b="b"/>
            <a:pathLst>
              <a:path w="4838" h="502" extrusionOk="0">
                <a:moveTo>
                  <a:pt x="434" y="1"/>
                </a:moveTo>
                <a:cubicBezTo>
                  <a:pt x="201" y="1"/>
                  <a:pt x="0" y="201"/>
                  <a:pt x="0" y="435"/>
                </a:cubicBezTo>
                <a:lnTo>
                  <a:pt x="0" y="501"/>
                </a:lnTo>
                <a:cubicBezTo>
                  <a:pt x="0" y="268"/>
                  <a:pt x="201"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7"/>
          <p:cNvSpPr/>
          <p:nvPr/>
        </p:nvSpPr>
        <p:spPr>
          <a:xfrm>
            <a:off x="7663231" y="3360207"/>
            <a:ext cx="126852" cy="13136"/>
          </a:xfrm>
          <a:custGeom>
            <a:avLst/>
            <a:gdLst/>
            <a:ahLst/>
            <a:cxnLst/>
            <a:rect l="l" t="t" r="r" b="b"/>
            <a:pathLst>
              <a:path w="4838" h="501" extrusionOk="0">
                <a:moveTo>
                  <a:pt x="434" y="0"/>
                </a:moveTo>
                <a:cubicBezTo>
                  <a:pt x="201" y="0"/>
                  <a:pt x="0" y="167"/>
                  <a:pt x="0" y="400"/>
                </a:cubicBezTo>
                <a:lnTo>
                  <a:pt x="0" y="500"/>
                </a:lnTo>
                <a:cubicBezTo>
                  <a:pt x="0" y="267"/>
                  <a:pt x="201" y="67"/>
                  <a:pt x="434" y="67"/>
                </a:cubicBezTo>
                <a:lnTo>
                  <a:pt x="4437" y="67"/>
                </a:lnTo>
                <a:cubicBezTo>
                  <a:pt x="4637" y="67"/>
                  <a:pt x="4837" y="267"/>
                  <a:pt x="4837" y="500"/>
                </a:cubicBezTo>
                <a:lnTo>
                  <a:pt x="4837" y="400"/>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7"/>
          <p:cNvSpPr/>
          <p:nvPr/>
        </p:nvSpPr>
        <p:spPr>
          <a:xfrm>
            <a:off x="7663231" y="3671568"/>
            <a:ext cx="126852" cy="13136"/>
          </a:xfrm>
          <a:custGeom>
            <a:avLst/>
            <a:gdLst/>
            <a:ahLst/>
            <a:cxnLst/>
            <a:rect l="l" t="t" r="r" b="b"/>
            <a:pathLst>
              <a:path w="4838" h="501" extrusionOk="0">
                <a:moveTo>
                  <a:pt x="434" y="0"/>
                </a:moveTo>
                <a:cubicBezTo>
                  <a:pt x="201" y="0"/>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7"/>
          <p:cNvSpPr/>
          <p:nvPr/>
        </p:nvSpPr>
        <p:spPr>
          <a:xfrm>
            <a:off x="7663231" y="3515875"/>
            <a:ext cx="126852" cy="13162"/>
          </a:xfrm>
          <a:custGeom>
            <a:avLst/>
            <a:gdLst/>
            <a:ahLst/>
            <a:cxnLst/>
            <a:rect l="l" t="t" r="r" b="b"/>
            <a:pathLst>
              <a:path w="4838" h="502" extrusionOk="0">
                <a:moveTo>
                  <a:pt x="434" y="1"/>
                </a:moveTo>
                <a:cubicBezTo>
                  <a:pt x="201" y="1"/>
                  <a:pt x="0" y="168"/>
                  <a:pt x="0" y="401"/>
                </a:cubicBezTo>
                <a:lnTo>
                  <a:pt x="0" y="501"/>
                </a:lnTo>
                <a:cubicBezTo>
                  <a:pt x="0" y="268"/>
                  <a:pt x="201"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7"/>
          <p:cNvSpPr/>
          <p:nvPr/>
        </p:nvSpPr>
        <p:spPr>
          <a:xfrm>
            <a:off x="8006947" y="2967485"/>
            <a:ext cx="126852" cy="13162"/>
          </a:xfrm>
          <a:custGeom>
            <a:avLst/>
            <a:gdLst/>
            <a:ahLst/>
            <a:cxnLst/>
            <a:rect l="l" t="t" r="r" b="b"/>
            <a:pathLst>
              <a:path w="4838" h="502" extrusionOk="0">
                <a:moveTo>
                  <a:pt x="434" y="1"/>
                </a:moveTo>
                <a:cubicBezTo>
                  <a:pt x="201" y="1"/>
                  <a:pt x="1" y="201"/>
                  <a:pt x="1" y="434"/>
                </a:cubicBezTo>
                <a:lnTo>
                  <a:pt x="1" y="501"/>
                </a:lnTo>
                <a:cubicBezTo>
                  <a:pt x="1"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7"/>
          <p:cNvSpPr/>
          <p:nvPr/>
        </p:nvSpPr>
        <p:spPr>
          <a:xfrm>
            <a:off x="7835522" y="3515875"/>
            <a:ext cx="126852" cy="13162"/>
          </a:xfrm>
          <a:custGeom>
            <a:avLst/>
            <a:gdLst/>
            <a:ahLst/>
            <a:cxnLst/>
            <a:rect l="l" t="t" r="r" b="b"/>
            <a:pathLst>
              <a:path w="4838" h="502" extrusionOk="0">
                <a:moveTo>
                  <a:pt x="401" y="1"/>
                </a:moveTo>
                <a:cubicBezTo>
                  <a:pt x="168" y="1"/>
                  <a:pt x="1" y="168"/>
                  <a:pt x="1" y="401"/>
                </a:cubicBezTo>
                <a:lnTo>
                  <a:pt x="1" y="501"/>
                </a:lnTo>
                <a:cubicBezTo>
                  <a:pt x="1" y="268"/>
                  <a:pt x="168" y="67"/>
                  <a:pt x="401"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7"/>
          <p:cNvSpPr/>
          <p:nvPr/>
        </p:nvSpPr>
        <p:spPr>
          <a:xfrm>
            <a:off x="7491805" y="2967485"/>
            <a:ext cx="126852" cy="13162"/>
          </a:xfrm>
          <a:custGeom>
            <a:avLst/>
            <a:gdLst/>
            <a:ahLst/>
            <a:cxnLst/>
            <a:rect l="l" t="t" r="r" b="b"/>
            <a:pathLst>
              <a:path w="4838" h="502" extrusionOk="0">
                <a:moveTo>
                  <a:pt x="401" y="1"/>
                </a:moveTo>
                <a:cubicBezTo>
                  <a:pt x="167" y="1"/>
                  <a:pt x="0" y="201"/>
                  <a:pt x="0" y="434"/>
                </a:cubicBezTo>
                <a:lnTo>
                  <a:pt x="0" y="501"/>
                </a:lnTo>
                <a:cubicBezTo>
                  <a:pt x="0" y="268"/>
                  <a:pt x="167"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7"/>
          <p:cNvSpPr/>
          <p:nvPr/>
        </p:nvSpPr>
        <p:spPr>
          <a:xfrm>
            <a:off x="7835522" y="3204513"/>
            <a:ext cx="298279" cy="13136"/>
          </a:xfrm>
          <a:custGeom>
            <a:avLst/>
            <a:gdLst/>
            <a:ahLst/>
            <a:cxnLst/>
            <a:rect l="l" t="t" r="r" b="b"/>
            <a:pathLst>
              <a:path w="11376" h="501" extrusionOk="0">
                <a:moveTo>
                  <a:pt x="401" y="1"/>
                </a:moveTo>
                <a:cubicBezTo>
                  <a:pt x="168" y="1"/>
                  <a:pt x="1" y="167"/>
                  <a:pt x="1" y="401"/>
                </a:cubicBezTo>
                <a:lnTo>
                  <a:pt x="1" y="501"/>
                </a:lnTo>
                <a:cubicBezTo>
                  <a:pt x="1" y="267"/>
                  <a:pt x="168" y="67"/>
                  <a:pt x="401" y="67"/>
                </a:cubicBezTo>
                <a:lnTo>
                  <a:pt x="10975" y="67"/>
                </a:lnTo>
                <a:cubicBezTo>
                  <a:pt x="11209" y="67"/>
                  <a:pt x="11376" y="267"/>
                  <a:pt x="11376" y="501"/>
                </a:cubicBezTo>
                <a:lnTo>
                  <a:pt x="11376" y="401"/>
                </a:lnTo>
                <a:cubicBezTo>
                  <a:pt x="11376" y="167"/>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7"/>
          <p:cNvSpPr/>
          <p:nvPr/>
        </p:nvSpPr>
        <p:spPr>
          <a:xfrm>
            <a:off x="7835522" y="3061064"/>
            <a:ext cx="298279" cy="13162"/>
          </a:xfrm>
          <a:custGeom>
            <a:avLst/>
            <a:gdLst/>
            <a:ahLst/>
            <a:cxnLst/>
            <a:rect l="l" t="t" r="r" b="b"/>
            <a:pathLst>
              <a:path w="11376" h="502" extrusionOk="0">
                <a:moveTo>
                  <a:pt x="401" y="1"/>
                </a:moveTo>
                <a:cubicBezTo>
                  <a:pt x="168" y="1"/>
                  <a:pt x="1" y="201"/>
                  <a:pt x="1" y="435"/>
                </a:cubicBezTo>
                <a:lnTo>
                  <a:pt x="1" y="501"/>
                </a:lnTo>
                <a:cubicBezTo>
                  <a:pt x="1" y="268"/>
                  <a:pt x="168" y="101"/>
                  <a:pt x="401" y="101"/>
                </a:cubicBezTo>
                <a:lnTo>
                  <a:pt x="10975" y="101"/>
                </a:lnTo>
                <a:cubicBezTo>
                  <a:pt x="11209" y="101"/>
                  <a:pt x="11376" y="268"/>
                  <a:pt x="11376" y="501"/>
                </a:cubicBezTo>
                <a:lnTo>
                  <a:pt x="11376" y="435"/>
                </a:lnTo>
                <a:cubicBezTo>
                  <a:pt x="11376" y="201"/>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7"/>
          <p:cNvSpPr/>
          <p:nvPr/>
        </p:nvSpPr>
        <p:spPr>
          <a:xfrm>
            <a:off x="8006947"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7"/>
          <p:cNvSpPr/>
          <p:nvPr/>
        </p:nvSpPr>
        <p:spPr>
          <a:xfrm>
            <a:off x="7835522" y="3360207"/>
            <a:ext cx="126852" cy="13136"/>
          </a:xfrm>
          <a:custGeom>
            <a:avLst/>
            <a:gdLst/>
            <a:ahLst/>
            <a:cxnLst/>
            <a:rect l="l" t="t" r="r" b="b"/>
            <a:pathLst>
              <a:path w="4838" h="501" extrusionOk="0">
                <a:moveTo>
                  <a:pt x="401" y="0"/>
                </a:moveTo>
                <a:cubicBezTo>
                  <a:pt x="168" y="0"/>
                  <a:pt x="1" y="167"/>
                  <a:pt x="1" y="400"/>
                </a:cubicBezTo>
                <a:lnTo>
                  <a:pt x="1" y="500"/>
                </a:lnTo>
                <a:cubicBezTo>
                  <a:pt x="1" y="267"/>
                  <a:pt x="168" y="67"/>
                  <a:pt x="401" y="67"/>
                </a:cubicBezTo>
                <a:lnTo>
                  <a:pt x="4404" y="67"/>
                </a:lnTo>
                <a:cubicBezTo>
                  <a:pt x="4637" y="67"/>
                  <a:pt x="4838" y="267"/>
                  <a:pt x="4838" y="500"/>
                </a:cubicBezTo>
                <a:lnTo>
                  <a:pt x="4838" y="400"/>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7"/>
          <p:cNvSpPr/>
          <p:nvPr/>
        </p:nvSpPr>
        <p:spPr>
          <a:xfrm>
            <a:off x="8006947" y="3671568"/>
            <a:ext cx="126852" cy="13136"/>
          </a:xfrm>
          <a:custGeom>
            <a:avLst/>
            <a:gdLst/>
            <a:ahLst/>
            <a:cxnLst/>
            <a:rect l="l" t="t" r="r" b="b"/>
            <a:pathLst>
              <a:path w="4838" h="501" extrusionOk="0">
                <a:moveTo>
                  <a:pt x="434" y="0"/>
                </a:moveTo>
                <a:cubicBezTo>
                  <a:pt x="201" y="0"/>
                  <a:pt x="1" y="167"/>
                  <a:pt x="1" y="401"/>
                </a:cubicBezTo>
                <a:lnTo>
                  <a:pt x="1" y="501"/>
                </a:lnTo>
                <a:cubicBezTo>
                  <a:pt x="1" y="267"/>
                  <a:pt x="201" y="67"/>
                  <a:pt x="434" y="67"/>
                </a:cubicBezTo>
                <a:lnTo>
                  <a:pt x="4437" y="67"/>
                </a:lnTo>
                <a:cubicBezTo>
                  <a:pt x="4671" y="67"/>
                  <a:pt x="4838" y="267"/>
                  <a:pt x="4838" y="501"/>
                </a:cubicBezTo>
                <a:lnTo>
                  <a:pt x="4838" y="401"/>
                </a:lnTo>
                <a:cubicBezTo>
                  <a:pt x="4838"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7"/>
          <p:cNvSpPr/>
          <p:nvPr/>
        </p:nvSpPr>
        <p:spPr>
          <a:xfrm>
            <a:off x="7491805" y="3360207"/>
            <a:ext cx="126852" cy="13136"/>
          </a:xfrm>
          <a:custGeom>
            <a:avLst/>
            <a:gdLst/>
            <a:ahLst/>
            <a:cxnLst/>
            <a:rect l="l" t="t" r="r" b="b"/>
            <a:pathLst>
              <a:path w="4838" h="501" extrusionOk="0">
                <a:moveTo>
                  <a:pt x="401" y="0"/>
                </a:moveTo>
                <a:cubicBezTo>
                  <a:pt x="167" y="0"/>
                  <a:pt x="0" y="167"/>
                  <a:pt x="0" y="400"/>
                </a:cubicBezTo>
                <a:lnTo>
                  <a:pt x="0" y="500"/>
                </a:lnTo>
                <a:cubicBezTo>
                  <a:pt x="0" y="267"/>
                  <a:pt x="167"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7"/>
          <p:cNvSpPr/>
          <p:nvPr/>
        </p:nvSpPr>
        <p:spPr>
          <a:xfrm>
            <a:off x="7491805" y="3515875"/>
            <a:ext cx="126852" cy="13162"/>
          </a:xfrm>
          <a:custGeom>
            <a:avLst/>
            <a:gdLst/>
            <a:ahLst/>
            <a:cxnLst/>
            <a:rect l="l" t="t" r="r" b="b"/>
            <a:pathLst>
              <a:path w="4838" h="502" extrusionOk="0">
                <a:moveTo>
                  <a:pt x="401" y="1"/>
                </a:moveTo>
                <a:cubicBezTo>
                  <a:pt x="167" y="1"/>
                  <a:pt x="0" y="168"/>
                  <a:pt x="0" y="401"/>
                </a:cubicBezTo>
                <a:lnTo>
                  <a:pt x="0" y="501"/>
                </a:lnTo>
                <a:cubicBezTo>
                  <a:pt x="0" y="268"/>
                  <a:pt x="167"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a:off x="7491805" y="3061064"/>
            <a:ext cx="126852" cy="13162"/>
          </a:xfrm>
          <a:custGeom>
            <a:avLst/>
            <a:gdLst/>
            <a:ahLst/>
            <a:cxnLst/>
            <a:rect l="l" t="t" r="r" b="b"/>
            <a:pathLst>
              <a:path w="4838" h="502" extrusionOk="0">
                <a:moveTo>
                  <a:pt x="401" y="1"/>
                </a:moveTo>
                <a:cubicBezTo>
                  <a:pt x="167" y="1"/>
                  <a:pt x="0" y="201"/>
                  <a:pt x="0" y="435"/>
                </a:cubicBezTo>
                <a:lnTo>
                  <a:pt x="0" y="501"/>
                </a:lnTo>
                <a:cubicBezTo>
                  <a:pt x="0" y="268"/>
                  <a:pt x="167"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7"/>
          <p:cNvSpPr/>
          <p:nvPr/>
        </p:nvSpPr>
        <p:spPr>
          <a:xfrm>
            <a:off x="7491805" y="3204513"/>
            <a:ext cx="126852" cy="13136"/>
          </a:xfrm>
          <a:custGeom>
            <a:avLst/>
            <a:gdLst/>
            <a:ahLst/>
            <a:cxnLst/>
            <a:rect l="l" t="t" r="r" b="b"/>
            <a:pathLst>
              <a:path w="4838" h="501" extrusionOk="0">
                <a:moveTo>
                  <a:pt x="401" y="1"/>
                </a:moveTo>
                <a:cubicBezTo>
                  <a:pt x="167" y="1"/>
                  <a:pt x="0" y="167"/>
                  <a:pt x="0" y="401"/>
                </a:cubicBezTo>
                <a:lnTo>
                  <a:pt x="0" y="501"/>
                </a:lnTo>
                <a:cubicBezTo>
                  <a:pt x="0" y="267"/>
                  <a:pt x="167"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7"/>
          <p:cNvSpPr/>
          <p:nvPr/>
        </p:nvSpPr>
        <p:spPr>
          <a:xfrm>
            <a:off x="8162641" y="2772461"/>
            <a:ext cx="111986" cy="114581"/>
          </a:xfrm>
          <a:custGeom>
            <a:avLst/>
            <a:gdLst/>
            <a:ahLst/>
            <a:cxnLst/>
            <a:rect l="l" t="t" r="r" b="b"/>
            <a:pathLst>
              <a:path w="4271" h="4370" extrusionOk="0">
                <a:moveTo>
                  <a:pt x="2135" y="0"/>
                </a:moveTo>
                <a:cubicBezTo>
                  <a:pt x="968" y="0"/>
                  <a:pt x="0" y="967"/>
                  <a:pt x="0" y="2168"/>
                </a:cubicBezTo>
                <a:cubicBezTo>
                  <a:pt x="0" y="3403"/>
                  <a:pt x="968" y="4370"/>
                  <a:pt x="2135" y="4370"/>
                </a:cubicBezTo>
                <a:cubicBezTo>
                  <a:pt x="3336" y="4370"/>
                  <a:pt x="4270" y="3403"/>
                  <a:pt x="4270" y="2168"/>
                </a:cubicBezTo>
                <a:cubicBezTo>
                  <a:pt x="4270" y="967"/>
                  <a:pt x="3336" y="0"/>
                  <a:pt x="2135" y="0"/>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7"/>
          <p:cNvSpPr/>
          <p:nvPr/>
        </p:nvSpPr>
        <p:spPr>
          <a:xfrm>
            <a:off x="8162641" y="2772461"/>
            <a:ext cx="111986" cy="111959"/>
          </a:xfrm>
          <a:custGeom>
            <a:avLst/>
            <a:gdLst/>
            <a:ahLst/>
            <a:cxnLst/>
            <a:rect l="l" t="t" r="r" b="b"/>
            <a:pathLst>
              <a:path w="4271" h="4270" extrusionOk="0">
                <a:moveTo>
                  <a:pt x="2135" y="0"/>
                </a:moveTo>
                <a:cubicBezTo>
                  <a:pt x="968" y="0"/>
                  <a:pt x="0" y="934"/>
                  <a:pt x="0" y="2135"/>
                </a:cubicBezTo>
                <a:cubicBezTo>
                  <a:pt x="0" y="3302"/>
                  <a:pt x="968" y="4270"/>
                  <a:pt x="2135" y="4270"/>
                </a:cubicBezTo>
                <a:cubicBezTo>
                  <a:pt x="3336" y="4270"/>
                  <a:pt x="4270" y="3302"/>
                  <a:pt x="4270" y="2135"/>
                </a:cubicBezTo>
                <a:cubicBezTo>
                  <a:pt x="4270" y="934"/>
                  <a:pt x="3336" y="0"/>
                  <a:pt x="2135" y="0"/>
                </a:cubicBezTo>
                <a:close/>
              </a:path>
            </a:pathLst>
          </a:custGeom>
          <a:solidFill>
            <a:srgbClr val="B6BA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7"/>
          <p:cNvSpPr/>
          <p:nvPr/>
        </p:nvSpPr>
        <p:spPr>
          <a:xfrm>
            <a:off x="8173129" y="2782084"/>
            <a:ext cx="91875" cy="92714"/>
          </a:xfrm>
          <a:custGeom>
            <a:avLst/>
            <a:gdLst/>
            <a:ahLst/>
            <a:cxnLst/>
            <a:rect l="l" t="t" r="r" b="b"/>
            <a:pathLst>
              <a:path w="3504" h="3536" extrusionOk="0">
                <a:moveTo>
                  <a:pt x="1735" y="0"/>
                </a:moveTo>
                <a:cubicBezTo>
                  <a:pt x="768" y="0"/>
                  <a:pt x="1" y="801"/>
                  <a:pt x="1" y="1768"/>
                </a:cubicBezTo>
                <a:cubicBezTo>
                  <a:pt x="1" y="2735"/>
                  <a:pt x="768" y="3536"/>
                  <a:pt x="1735" y="3536"/>
                </a:cubicBezTo>
                <a:cubicBezTo>
                  <a:pt x="2703" y="3536"/>
                  <a:pt x="3503" y="2735"/>
                  <a:pt x="3503" y="1768"/>
                </a:cubicBezTo>
                <a:cubicBezTo>
                  <a:pt x="3503" y="801"/>
                  <a:pt x="2703" y="0"/>
                  <a:pt x="1735" y="0"/>
                </a:cubicBezTo>
                <a:close/>
              </a:path>
            </a:pathLst>
          </a:custGeom>
          <a:solidFill>
            <a:srgbClr val="D0D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a:off x="8173129" y="2827549"/>
            <a:ext cx="91875" cy="47248"/>
          </a:xfrm>
          <a:custGeom>
            <a:avLst/>
            <a:gdLst/>
            <a:ahLst/>
            <a:cxnLst/>
            <a:rect l="l" t="t" r="r" b="b"/>
            <a:pathLst>
              <a:path w="3504" h="1802" extrusionOk="0">
                <a:moveTo>
                  <a:pt x="1" y="1"/>
                </a:moveTo>
                <a:cubicBezTo>
                  <a:pt x="1" y="1"/>
                  <a:pt x="1" y="34"/>
                  <a:pt x="1" y="34"/>
                </a:cubicBezTo>
                <a:cubicBezTo>
                  <a:pt x="1" y="1001"/>
                  <a:pt x="768" y="1802"/>
                  <a:pt x="1735" y="1802"/>
                </a:cubicBezTo>
                <a:cubicBezTo>
                  <a:pt x="2703" y="1802"/>
                  <a:pt x="3503" y="1001"/>
                  <a:pt x="3503" y="34"/>
                </a:cubicBezTo>
                <a:cubicBezTo>
                  <a:pt x="3503" y="34"/>
                  <a:pt x="3503" y="34"/>
                  <a:pt x="3503" y="1"/>
                </a:cubicBezTo>
                <a:cubicBezTo>
                  <a:pt x="3503" y="968"/>
                  <a:pt x="2703" y="1735"/>
                  <a:pt x="1735" y="1735"/>
                </a:cubicBezTo>
                <a:cubicBezTo>
                  <a:pt x="768" y="1735"/>
                  <a:pt x="1" y="968"/>
                  <a:pt x="1" y="1"/>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7"/>
          <p:cNvSpPr/>
          <p:nvPr/>
        </p:nvSpPr>
        <p:spPr>
          <a:xfrm>
            <a:off x="5646147" y="2701671"/>
            <a:ext cx="68916" cy="31575"/>
          </a:xfrm>
          <a:custGeom>
            <a:avLst/>
            <a:gdLst/>
            <a:ahLst/>
            <a:cxnLst/>
            <a:rect l="l" t="t" r="r" b="b"/>
            <a:pathLst>
              <a:path w="2259" h="1035" extrusionOk="0">
                <a:moveTo>
                  <a:pt x="125" y="899"/>
                </a:moveTo>
                <a:lnTo>
                  <a:pt x="125" y="899"/>
                </a:lnTo>
                <a:cubicBezTo>
                  <a:pt x="132" y="943"/>
                  <a:pt x="142" y="989"/>
                  <a:pt x="157" y="1035"/>
                </a:cubicBezTo>
                <a:cubicBezTo>
                  <a:pt x="157" y="1001"/>
                  <a:pt x="157" y="1001"/>
                  <a:pt x="157" y="1001"/>
                </a:cubicBezTo>
                <a:cubicBezTo>
                  <a:pt x="144" y="967"/>
                  <a:pt x="133" y="933"/>
                  <a:pt x="125" y="899"/>
                </a:cubicBezTo>
                <a:close/>
                <a:moveTo>
                  <a:pt x="891" y="1"/>
                </a:moveTo>
                <a:cubicBezTo>
                  <a:pt x="329" y="1"/>
                  <a:pt x="1" y="409"/>
                  <a:pt x="125" y="899"/>
                </a:cubicBezTo>
                <a:lnTo>
                  <a:pt x="125" y="899"/>
                </a:lnTo>
                <a:cubicBezTo>
                  <a:pt x="49" y="429"/>
                  <a:pt x="373" y="67"/>
                  <a:pt x="891" y="67"/>
                </a:cubicBezTo>
                <a:cubicBezTo>
                  <a:pt x="1491" y="67"/>
                  <a:pt x="2091" y="501"/>
                  <a:pt x="2258" y="1035"/>
                </a:cubicBezTo>
                <a:cubicBezTo>
                  <a:pt x="2258" y="1001"/>
                  <a:pt x="2258" y="1001"/>
                  <a:pt x="2258" y="1001"/>
                </a:cubicBezTo>
                <a:cubicBezTo>
                  <a:pt x="2091" y="468"/>
                  <a:pt x="1458" y="1"/>
                  <a:pt x="891" y="1"/>
                </a:cubicBezTo>
                <a:close/>
              </a:path>
            </a:pathLst>
          </a:custGeom>
          <a:solidFill>
            <a:srgbClr val="FFFF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7"/>
          <p:cNvSpPr/>
          <p:nvPr/>
        </p:nvSpPr>
        <p:spPr>
          <a:xfrm>
            <a:off x="5764205" y="2701671"/>
            <a:ext cx="68886" cy="31575"/>
          </a:xfrm>
          <a:custGeom>
            <a:avLst/>
            <a:gdLst/>
            <a:ahLst/>
            <a:cxnLst/>
            <a:rect l="l" t="t" r="r" b="b"/>
            <a:pathLst>
              <a:path w="2258" h="1035" extrusionOk="0">
                <a:moveTo>
                  <a:pt x="124" y="899"/>
                </a:moveTo>
                <a:cubicBezTo>
                  <a:pt x="131" y="943"/>
                  <a:pt x="142" y="989"/>
                  <a:pt x="156" y="1035"/>
                </a:cubicBezTo>
                <a:cubicBezTo>
                  <a:pt x="156" y="1001"/>
                  <a:pt x="156" y="1001"/>
                  <a:pt x="156" y="1001"/>
                </a:cubicBezTo>
                <a:cubicBezTo>
                  <a:pt x="143" y="967"/>
                  <a:pt x="133" y="933"/>
                  <a:pt x="124" y="899"/>
                </a:cubicBezTo>
                <a:close/>
                <a:moveTo>
                  <a:pt x="890" y="1"/>
                </a:moveTo>
                <a:cubicBezTo>
                  <a:pt x="328" y="1"/>
                  <a:pt x="0" y="409"/>
                  <a:pt x="124" y="899"/>
                </a:cubicBezTo>
                <a:lnTo>
                  <a:pt x="124" y="899"/>
                </a:lnTo>
                <a:cubicBezTo>
                  <a:pt x="49" y="429"/>
                  <a:pt x="372" y="67"/>
                  <a:pt x="890" y="67"/>
                </a:cubicBezTo>
                <a:cubicBezTo>
                  <a:pt x="1490" y="67"/>
                  <a:pt x="2091" y="501"/>
                  <a:pt x="2258" y="1035"/>
                </a:cubicBezTo>
                <a:cubicBezTo>
                  <a:pt x="2258" y="1001"/>
                  <a:pt x="2258" y="1001"/>
                  <a:pt x="2258" y="1001"/>
                </a:cubicBezTo>
                <a:cubicBezTo>
                  <a:pt x="2091" y="468"/>
                  <a:pt x="1457" y="1"/>
                  <a:pt x="890" y="1"/>
                </a:cubicBezTo>
                <a:close/>
              </a:path>
            </a:pathLst>
          </a:custGeom>
          <a:solidFill>
            <a:srgbClr val="FF52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7"/>
          <p:cNvSpPr/>
          <p:nvPr/>
        </p:nvSpPr>
        <p:spPr>
          <a:xfrm>
            <a:off x="5882232" y="2701671"/>
            <a:ext cx="68916" cy="31575"/>
          </a:xfrm>
          <a:custGeom>
            <a:avLst/>
            <a:gdLst/>
            <a:ahLst/>
            <a:cxnLst/>
            <a:rect l="l" t="t" r="r" b="b"/>
            <a:pathLst>
              <a:path w="2259" h="1035" extrusionOk="0">
                <a:moveTo>
                  <a:pt x="124" y="899"/>
                </a:moveTo>
                <a:cubicBezTo>
                  <a:pt x="131" y="943"/>
                  <a:pt x="142" y="989"/>
                  <a:pt x="157" y="1035"/>
                </a:cubicBezTo>
                <a:cubicBezTo>
                  <a:pt x="157" y="1001"/>
                  <a:pt x="157" y="1001"/>
                  <a:pt x="157" y="1001"/>
                </a:cubicBezTo>
                <a:cubicBezTo>
                  <a:pt x="144" y="967"/>
                  <a:pt x="133" y="933"/>
                  <a:pt x="124" y="899"/>
                </a:cubicBezTo>
                <a:close/>
                <a:moveTo>
                  <a:pt x="890" y="1"/>
                </a:moveTo>
                <a:cubicBezTo>
                  <a:pt x="329" y="1"/>
                  <a:pt x="1" y="409"/>
                  <a:pt x="124" y="899"/>
                </a:cubicBezTo>
                <a:lnTo>
                  <a:pt x="124" y="899"/>
                </a:lnTo>
                <a:cubicBezTo>
                  <a:pt x="49" y="429"/>
                  <a:pt x="372" y="67"/>
                  <a:pt x="890" y="67"/>
                </a:cubicBezTo>
                <a:cubicBezTo>
                  <a:pt x="1491" y="67"/>
                  <a:pt x="2091" y="501"/>
                  <a:pt x="2258" y="1035"/>
                </a:cubicBezTo>
                <a:cubicBezTo>
                  <a:pt x="2258" y="1001"/>
                  <a:pt x="2258" y="1001"/>
                  <a:pt x="2258" y="1001"/>
                </a:cubicBezTo>
                <a:cubicBezTo>
                  <a:pt x="2091" y="468"/>
                  <a:pt x="1491" y="1"/>
                  <a:pt x="890" y="1"/>
                </a:cubicBezTo>
                <a:close/>
              </a:path>
            </a:pathLst>
          </a:custGeom>
          <a:solidFill>
            <a:srgbClr val="45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7"/>
          <p:cNvSpPr/>
          <p:nvPr/>
        </p:nvSpPr>
        <p:spPr>
          <a:xfrm>
            <a:off x="7158576" y="2327273"/>
            <a:ext cx="26" cy="52492"/>
          </a:xfrm>
          <a:custGeom>
            <a:avLst/>
            <a:gdLst/>
            <a:ahLst/>
            <a:cxnLst/>
            <a:rect l="l" t="t" r="r" b="b"/>
            <a:pathLst>
              <a:path w="1" h="2002" extrusionOk="0">
                <a:moveTo>
                  <a:pt x="0" y="2002"/>
                </a:moveTo>
                <a:lnTo>
                  <a:pt x="0" y="0"/>
                </a:lnTo>
              </a:path>
            </a:pathLst>
          </a:custGeom>
          <a:solidFill>
            <a:srgbClr val="1F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7"/>
          <p:cNvSpPr/>
          <p:nvPr/>
        </p:nvSpPr>
        <p:spPr>
          <a:xfrm>
            <a:off x="7807545" y="2334545"/>
            <a:ext cx="107607" cy="32408"/>
          </a:xfrm>
          <a:custGeom>
            <a:avLst/>
            <a:gdLst/>
            <a:ahLst/>
            <a:cxnLst/>
            <a:rect l="l" t="t" r="r" b="b"/>
            <a:pathLst>
              <a:path w="4104" h="1236" extrusionOk="0">
                <a:moveTo>
                  <a:pt x="634" y="1"/>
                </a:moveTo>
                <a:cubicBezTo>
                  <a:pt x="301" y="1"/>
                  <a:pt x="0" y="268"/>
                  <a:pt x="0" y="601"/>
                </a:cubicBezTo>
                <a:cubicBezTo>
                  <a:pt x="0"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7"/>
          <p:cNvSpPr/>
          <p:nvPr/>
        </p:nvSpPr>
        <p:spPr>
          <a:xfrm>
            <a:off x="7935236" y="2334545"/>
            <a:ext cx="107607" cy="32408"/>
          </a:xfrm>
          <a:custGeom>
            <a:avLst/>
            <a:gdLst/>
            <a:ahLst/>
            <a:cxnLst/>
            <a:rect l="l" t="t" r="r" b="b"/>
            <a:pathLst>
              <a:path w="4104" h="1236" extrusionOk="0">
                <a:moveTo>
                  <a:pt x="634" y="1"/>
                </a:moveTo>
                <a:cubicBezTo>
                  <a:pt x="301" y="1"/>
                  <a:pt x="1" y="268"/>
                  <a:pt x="1" y="601"/>
                </a:cubicBezTo>
                <a:cubicBezTo>
                  <a:pt x="1"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7"/>
          <p:cNvSpPr/>
          <p:nvPr/>
        </p:nvSpPr>
        <p:spPr>
          <a:xfrm>
            <a:off x="7646607" y="2523460"/>
            <a:ext cx="697111" cy="32408"/>
          </a:xfrm>
          <a:custGeom>
            <a:avLst/>
            <a:gdLst/>
            <a:ahLst/>
            <a:cxnLst/>
            <a:rect l="l" t="t" r="r" b="b"/>
            <a:pathLst>
              <a:path w="26587" h="1236" extrusionOk="0">
                <a:moveTo>
                  <a:pt x="634" y="1"/>
                </a:moveTo>
                <a:cubicBezTo>
                  <a:pt x="301" y="1"/>
                  <a:pt x="1" y="268"/>
                  <a:pt x="1" y="601"/>
                </a:cubicBezTo>
                <a:cubicBezTo>
                  <a:pt x="1" y="968"/>
                  <a:pt x="301" y="1235"/>
                  <a:pt x="634" y="1235"/>
                </a:cubicBezTo>
                <a:lnTo>
                  <a:pt x="25953" y="1235"/>
                </a:lnTo>
                <a:cubicBezTo>
                  <a:pt x="26286" y="1235"/>
                  <a:pt x="26586" y="968"/>
                  <a:pt x="26586" y="601"/>
                </a:cubicBezTo>
                <a:cubicBezTo>
                  <a:pt x="26586" y="268"/>
                  <a:pt x="26286" y="1"/>
                  <a:pt x="25953" y="1"/>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7"/>
          <p:cNvSpPr/>
          <p:nvPr/>
        </p:nvSpPr>
        <p:spPr>
          <a:xfrm>
            <a:off x="8170507" y="2589954"/>
            <a:ext cx="136475" cy="33247"/>
          </a:xfrm>
          <a:custGeom>
            <a:avLst/>
            <a:gdLst/>
            <a:ahLst/>
            <a:cxnLst/>
            <a:rect l="l" t="t" r="r" b="b"/>
            <a:pathLst>
              <a:path w="5205" h="1268" extrusionOk="0">
                <a:moveTo>
                  <a:pt x="634" y="0"/>
                </a:moveTo>
                <a:cubicBezTo>
                  <a:pt x="267" y="0"/>
                  <a:pt x="1" y="300"/>
                  <a:pt x="1" y="634"/>
                </a:cubicBezTo>
                <a:cubicBezTo>
                  <a:pt x="1" y="1001"/>
                  <a:pt x="267" y="1268"/>
                  <a:pt x="634" y="1268"/>
                </a:cubicBezTo>
                <a:lnTo>
                  <a:pt x="4571" y="1268"/>
                </a:lnTo>
                <a:cubicBezTo>
                  <a:pt x="4937" y="1268"/>
                  <a:pt x="5204" y="1001"/>
                  <a:pt x="5204" y="634"/>
                </a:cubicBezTo>
                <a:cubicBezTo>
                  <a:pt x="5204" y="300"/>
                  <a:pt x="4937" y="0"/>
                  <a:pt x="4571"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7"/>
          <p:cNvSpPr/>
          <p:nvPr/>
        </p:nvSpPr>
        <p:spPr>
          <a:xfrm>
            <a:off x="8027084" y="2589954"/>
            <a:ext cx="123339" cy="33247"/>
          </a:xfrm>
          <a:custGeom>
            <a:avLst/>
            <a:gdLst/>
            <a:ahLst/>
            <a:cxnLst/>
            <a:rect l="l" t="t" r="r" b="b"/>
            <a:pathLst>
              <a:path w="4704" h="1268" extrusionOk="0">
                <a:moveTo>
                  <a:pt x="634" y="0"/>
                </a:moveTo>
                <a:cubicBezTo>
                  <a:pt x="300" y="0"/>
                  <a:pt x="0" y="300"/>
                  <a:pt x="0" y="634"/>
                </a:cubicBezTo>
                <a:cubicBezTo>
                  <a:pt x="0" y="1001"/>
                  <a:pt x="300" y="1268"/>
                  <a:pt x="634" y="1268"/>
                </a:cubicBezTo>
                <a:lnTo>
                  <a:pt x="4070" y="1268"/>
                </a:lnTo>
                <a:cubicBezTo>
                  <a:pt x="4437" y="1268"/>
                  <a:pt x="4703" y="1001"/>
                  <a:pt x="4703" y="634"/>
                </a:cubicBezTo>
                <a:cubicBezTo>
                  <a:pt x="4703" y="300"/>
                  <a:pt x="4403" y="0"/>
                  <a:pt x="4070"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7"/>
          <p:cNvSpPr/>
          <p:nvPr/>
        </p:nvSpPr>
        <p:spPr>
          <a:xfrm>
            <a:off x="7916882" y="2122898"/>
            <a:ext cx="649863" cy="545796"/>
          </a:xfrm>
          <a:custGeom>
            <a:avLst/>
            <a:gdLst/>
            <a:ahLst/>
            <a:cxnLst/>
            <a:rect l="l" t="t" r="r" b="b"/>
            <a:pathLst>
              <a:path w="24785" h="20816" extrusionOk="0">
                <a:moveTo>
                  <a:pt x="20815" y="0"/>
                </a:moveTo>
                <a:lnTo>
                  <a:pt x="0" y="20815"/>
                </a:lnTo>
                <a:lnTo>
                  <a:pt x="4303" y="20815"/>
                </a:lnTo>
                <a:lnTo>
                  <a:pt x="24584" y="534"/>
                </a:lnTo>
                <a:lnTo>
                  <a:pt x="24784" y="0"/>
                </a:lnTo>
                <a:close/>
              </a:path>
            </a:pathLst>
          </a:custGeom>
          <a:solidFill>
            <a:srgbClr val="E1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7"/>
          <p:cNvSpPr/>
          <p:nvPr/>
        </p:nvSpPr>
        <p:spPr>
          <a:xfrm>
            <a:off x="4992525" y="1047062"/>
            <a:ext cx="2624530" cy="1703569"/>
          </a:xfrm>
          <a:custGeom>
            <a:avLst/>
            <a:gdLst/>
            <a:ahLst/>
            <a:cxnLst/>
            <a:rect l="l" t="t" r="r" b="b"/>
            <a:pathLst>
              <a:path w="86029" h="55841" extrusionOk="0">
                <a:moveTo>
                  <a:pt x="2102" y="1"/>
                </a:moveTo>
                <a:cubicBezTo>
                  <a:pt x="935" y="1"/>
                  <a:pt x="1" y="935"/>
                  <a:pt x="1" y="2102"/>
                </a:cubicBezTo>
                <a:lnTo>
                  <a:pt x="1" y="53739"/>
                </a:lnTo>
                <a:cubicBezTo>
                  <a:pt x="1" y="54907"/>
                  <a:pt x="935" y="55841"/>
                  <a:pt x="2102" y="55841"/>
                </a:cubicBezTo>
                <a:lnTo>
                  <a:pt x="83894" y="55841"/>
                </a:lnTo>
                <a:cubicBezTo>
                  <a:pt x="85062" y="55841"/>
                  <a:pt x="86029" y="54907"/>
                  <a:pt x="86029" y="53739"/>
                </a:cubicBezTo>
                <a:lnTo>
                  <a:pt x="86029" y="2102"/>
                </a:lnTo>
                <a:cubicBezTo>
                  <a:pt x="86029" y="935"/>
                  <a:pt x="85062" y="1"/>
                  <a:pt x="83894" y="1"/>
                </a:cubicBezTo>
                <a:close/>
              </a:path>
            </a:pathLst>
          </a:custGeom>
          <a:solidFill>
            <a:srgbClr val="B8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7"/>
          <p:cNvSpPr/>
          <p:nvPr/>
        </p:nvSpPr>
        <p:spPr>
          <a:xfrm>
            <a:off x="4992525" y="1047062"/>
            <a:ext cx="2624530" cy="274812"/>
          </a:xfrm>
          <a:custGeom>
            <a:avLst/>
            <a:gdLst/>
            <a:ahLst/>
            <a:cxnLst/>
            <a:rect l="l" t="t" r="r" b="b"/>
            <a:pathLst>
              <a:path w="86029" h="9008" extrusionOk="0">
                <a:moveTo>
                  <a:pt x="2436" y="1"/>
                </a:moveTo>
                <a:cubicBezTo>
                  <a:pt x="1102" y="1"/>
                  <a:pt x="1" y="1068"/>
                  <a:pt x="1" y="2436"/>
                </a:cubicBezTo>
                <a:lnTo>
                  <a:pt x="1" y="9007"/>
                </a:lnTo>
                <a:lnTo>
                  <a:pt x="86029" y="9007"/>
                </a:lnTo>
                <a:lnTo>
                  <a:pt x="86029" y="2436"/>
                </a:lnTo>
                <a:cubicBezTo>
                  <a:pt x="86029" y="1102"/>
                  <a:pt x="84928" y="1"/>
                  <a:pt x="835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7"/>
          <p:cNvSpPr/>
          <p:nvPr/>
        </p:nvSpPr>
        <p:spPr>
          <a:xfrm>
            <a:off x="5098380" y="1404255"/>
            <a:ext cx="2417933" cy="1256817"/>
          </a:xfrm>
          <a:custGeom>
            <a:avLst/>
            <a:gdLst/>
            <a:ahLst/>
            <a:cxnLst/>
            <a:rect l="l" t="t" r="r" b="b"/>
            <a:pathLst>
              <a:path w="79257" h="41197" extrusionOk="0">
                <a:moveTo>
                  <a:pt x="77522" y="41196"/>
                </a:moveTo>
                <a:lnTo>
                  <a:pt x="1735" y="41196"/>
                </a:lnTo>
                <a:cubicBezTo>
                  <a:pt x="767" y="41196"/>
                  <a:pt x="0" y="40429"/>
                  <a:pt x="0" y="39462"/>
                </a:cubicBezTo>
                <a:lnTo>
                  <a:pt x="0" y="1735"/>
                </a:lnTo>
                <a:cubicBezTo>
                  <a:pt x="0" y="768"/>
                  <a:pt x="767" y="0"/>
                  <a:pt x="1735" y="0"/>
                </a:cubicBezTo>
                <a:lnTo>
                  <a:pt x="77522" y="0"/>
                </a:lnTo>
                <a:cubicBezTo>
                  <a:pt x="78489" y="0"/>
                  <a:pt x="79257" y="768"/>
                  <a:pt x="79257" y="1735"/>
                </a:cubicBezTo>
                <a:lnTo>
                  <a:pt x="79257" y="39462"/>
                </a:lnTo>
                <a:cubicBezTo>
                  <a:pt x="79257" y="40429"/>
                  <a:pt x="78489" y="41196"/>
                  <a:pt x="77522" y="41196"/>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7"/>
          <p:cNvSpPr/>
          <p:nvPr/>
        </p:nvSpPr>
        <p:spPr>
          <a:xfrm>
            <a:off x="5168574" y="1477530"/>
            <a:ext cx="57019" cy="116020"/>
          </a:xfrm>
          <a:custGeom>
            <a:avLst/>
            <a:gdLst/>
            <a:ahLst/>
            <a:cxnLst/>
            <a:rect l="l" t="t" r="r" b="b"/>
            <a:pathLst>
              <a:path w="1869" h="3803" fill="none" extrusionOk="0">
                <a:moveTo>
                  <a:pt x="1869" y="0"/>
                </a:moveTo>
                <a:lnTo>
                  <a:pt x="1" y="1901"/>
                </a:lnTo>
                <a:lnTo>
                  <a:pt x="1869" y="3803"/>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7"/>
          <p:cNvSpPr/>
          <p:nvPr/>
        </p:nvSpPr>
        <p:spPr>
          <a:xfrm>
            <a:off x="5371072" y="1477530"/>
            <a:ext cx="58056" cy="116020"/>
          </a:xfrm>
          <a:custGeom>
            <a:avLst/>
            <a:gdLst/>
            <a:ahLst/>
            <a:cxnLst/>
            <a:rect l="l" t="t" r="r" b="b"/>
            <a:pathLst>
              <a:path w="1903" h="3803" fill="none" extrusionOk="0">
                <a:moveTo>
                  <a:pt x="1" y="0"/>
                </a:moveTo>
                <a:lnTo>
                  <a:pt x="1902" y="1901"/>
                </a:lnTo>
                <a:lnTo>
                  <a:pt x="1" y="3803"/>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7"/>
          <p:cNvSpPr/>
          <p:nvPr/>
        </p:nvSpPr>
        <p:spPr>
          <a:xfrm>
            <a:off x="5274399" y="1477530"/>
            <a:ext cx="45822" cy="126210"/>
          </a:xfrm>
          <a:custGeom>
            <a:avLst/>
            <a:gdLst/>
            <a:ahLst/>
            <a:cxnLst/>
            <a:rect l="l" t="t" r="r" b="b"/>
            <a:pathLst>
              <a:path w="1502" h="4137" fill="none" extrusionOk="0">
                <a:moveTo>
                  <a:pt x="1" y="4136"/>
                </a:moveTo>
                <a:lnTo>
                  <a:pt x="1502" y="0"/>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7"/>
          <p:cNvSpPr/>
          <p:nvPr/>
        </p:nvSpPr>
        <p:spPr>
          <a:xfrm>
            <a:off x="5473847" y="1588419"/>
            <a:ext cx="32613" cy="32613"/>
          </a:xfrm>
          <a:custGeom>
            <a:avLst/>
            <a:gdLst/>
            <a:ahLst/>
            <a:cxnLst/>
            <a:rect l="l" t="t" r="r" b="b"/>
            <a:pathLst>
              <a:path w="1069" h="1069" extrusionOk="0">
                <a:moveTo>
                  <a:pt x="535" y="1"/>
                </a:moveTo>
                <a:cubicBezTo>
                  <a:pt x="234" y="1"/>
                  <a:pt x="1" y="234"/>
                  <a:pt x="1" y="535"/>
                </a:cubicBezTo>
                <a:cubicBezTo>
                  <a:pt x="1" y="802"/>
                  <a:pt x="234" y="1068"/>
                  <a:pt x="535" y="1068"/>
                </a:cubicBezTo>
                <a:cubicBezTo>
                  <a:pt x="835" y="1068"/>
                  <a:pt x="1068" y="802"/>
                  <a:pt x="1068" y="535"/>
                </a:cubicBezTo>
                <a:cubicBezTo>
                  <a:pt x="1068" y="234"/>
                  <a:pt x="835" y="1"/>
                  <a:pt x="535"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7"/>
          <p:cNvSpPr/>
          <p:nvPr/>
        </p:nvSpPr>
        <p:spPr>
          <a:xfrm>
            <a:off x="5521684" y="1588419"/>
            <a:ext cx="32582" cy="32613"/>
          </a:xfrm>
          <a:custGeom>
            <a:avLst/>
            <a:gdLst/>
            <a:ahLst/>
            <a:cxnLst/>
            <a:rect l="l" t="t" r="r" b="b"/>
            <a:pathLst>
              <a:path w="1068" h="1069" extrusionOk="0">
                <a:moveTo>
                  <a:pt x="534" y="1"/>
                </a:moveTo>
                <a:cubicBezTo>
                  <a:pt x="267" y="1"/>
                  <a:pt x="0" y="234"/>
                  <a:pt x="0" y="535"/>
                </a:cubicBezTo>
                <a:cubicBezTo>
                  <a:pt x="0" y="802"/>
                  <a:pt x="267"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7"/>
          <p:cNvSpPr/>
          <p:nvPr/>
        </p:nvSpPr>
        <p:spPr>
          <a:xfrm>
            <a:off x="5589864" y="1588419"/>
            <a:ext cx="32582" cy="32613"/>
          </a:xfrm>
          <a:custGeom>
            <a:avLst/>
            <a:gdLst/>
            <a:ahLst/>
            <a:cxnLst/>
            <a:rect l="l" t="t" r="r" b="b"/>
            <a:pathLst>
              <a:path w="1068" h="1069" extrusionOk="0">
                <a:moveTo>
                  <a:pt x="534" y="1"/>
                </a:moveTo>
                <a:cubicBezTo>
                  <a:pt x="234" y="1"/>
                  <a:pt x="0" y="234"/>
                  <a:pt x="0" y="535"/>
                </a:cubicBezTo>
                <a:cubicBezTo>
                  <a:pt x="0" y="802"/>
                  <a:pt x="234"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7"/>
          <p:cNvSpPr/>
          <p:nvPr/>
        </p:nvSpPr>
        <p:spPr>
          <a:xfrm>
            <a:off x="5197067" y="1721730"/>
            <a:ext cx="1737158" cy="31"/>
          </a:xfrm>
          <a:custGeom>
            <a:avLst/>
            <a:gdLst/>
            <a:ahLst/>
            <a:cxnLst/>
            <a:rect l="l" t="t" r="r" b="b"/>
            <a:pathLst>
              <a:path w="56942" h="1" fill="none" extrusionOk="0">
                <a:moveTo>
                  <a:pt x="1" y="1"/>
                </a:moveTo>
                <a:lnTo>
                  <a:pt x="56941"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7"/>
          <p:cNvSpPr/>
          <p:nvPr/>
        </p:nvSpPr>
        <p:spPr>
          <a:xfrm>
            <a:off x="7038920" y="1721730"/>
            <a:ext cx="134355" cy="31"/>
          </a:xfrm>
          <a:custGeom>
            <a:avLst/>
            <a:gdLst/>
            <a:ahLst/>
            <a:cxnLst/>
            <a:rect l="l" t="t" r="r" b="b"/>
            <a:pathLst>
              <a:path w="4404" h="1" fill="none" extrusionOk="0">
                <a:moveTo>
                  <a:pt x="0" y="1"/>
                </a:moveTo>
                <a:lnTo>
                  <a:pt x="4403"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7"/>
          <p:cNvSpPr/>
          <p:nvPr/>
        </p:nvSpPr>
        <p:spPr>
          <a:xfrm>
            <a:off x="7247520" y="1721730"/>
            <a:ext cx="170995" cy="31"/>
          </a:xfrm>
          <a:custGeom>
            <a:avLst/>
            <a:gdLst/>
            <a:ahLst/>
            <a:cxnLst/>
            <a:rect l="l" t="t" r="r" b="b"/>
            <a:pathLst>
              <a:path w="5605" h="1" fill="none" extrusionOk="0">
                <a:moveTo>
                  <a:pt x="0" y="1"/>
                </a:moveTo>
                <a:lnTo>
                  <a:pt x="5604"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7"/>
          <p:cNvSpPr/>
          <p:nvPr/>
        </p:nvSpPr>
        <p:spPr>
          <a:xfrm>
            <a:off x="5197067" y="1858091"/>
            <a:ext cx="1086891" cy="31"/>
          </a:xfrm>
          <a:custGeom>
            <a:avLst/>
            <a:gdLst/>
            <a:ahLst/>
            <a:cxnLst/>
            <a:rect l="l" t="t" r="r" b="b"/>
            <a:pathLst>
              <a:path w="35627" h="1" fill="none" extrusionOk="0">
                <a:moveTo>
                  <a:pt x="1" y="1"/>
                </a:moveTo>
                <a:lnTo>
                  <a:pt x="35626"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7"/>
          <p:cNvSpPr/>
          <p:nvPr/>
        </p:nvSpPr>
        <p:spPr>
          <a:xfrm>
            <a:off x="6444635" y="1858091"/>
            <a:ext cx="195431" cy="31"/>
          </a:xfrm>
          <a:custGeom>
            <a:avLst/>
            <a:gdLst/>
            <a:ahLst/>
            <a:cxnLst/>
            <a:rect l="l" t="t" r="r" b="b"/>
            <a:pathLst>
              <a:path w="6406" h="1" fill="none" extrusionOk="0">
                <a:moveTo>
                  <a:pt x="1" y="1"/>
                </a:moveTo>
                <a:lnTo>
                  <a:pt x="6405"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7"/>
          <p:cNvSpPr/>
          <p:nvPr/>
        </p:nvSpPr>
        <p:spPr>
          <a:xfrm>
            <a:off x="6110870" y="1936461"/>
            <a:ext cx="529214" cy="31"/>
          </a:xfrm>
          <a:custGeom>
            <a:avLst/>
            <a:gdLst/>
            <a:ahLst/>
            <a:cxnLst/>
            <a:rect l="l" t="t" r="r" b="b"/>
            <a:pathLst>
              <a:path w="17347" h="1" fill="none" extrusionOk="0">
                <a:moveTo>
                  <a:pt x="17346"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7"/>
          <p:cNvSpPr/>
          <p:nvPr/>
        </p:nvSpPr>
        <p:spPr>
          <a:xfrm>
            <a:off x="5931770" y="1936461"/>
            <a:ext cx="106898" cy="31"/>
          </a:xfrm>
          <a:custGeom>
            <a:avLst/>
            <a:gdLst/>
            <a:ahLst/>
            <a:cxnLst/>
            <a:rect l="l" t="t" r="r" b="b"/>
            <a:pathLst>
              <a:path w="3504" h="1" fill="none" extrusionOk="0">
                <a:moveTo>
                  <a:pt x="3503"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7"/>
          <p:cNvSpPr/>
          <p:nvPr/>
        </p:nvSpPr>
        <p:spPr>
          <a:xfrm>
            <a:off x="5740468" y="1936461"/>
            <a:ext cx="106868" cy="31"/>
          </a:xfrm>
          <a:custGeom>
            <a:avLst/>
            <a:gdLst/>
            <a:ahLst/>
            <a:cxnLst/>
            <a:rect l="l" t="t" r="r" b="b"/>
            <a:pathLst>
              <a:path w="3503" h="1" fill="none" extrusionOk="0">
                <a:moveTo>
                  <a:pt x="3503"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7"/>
          <p:cNvSpPr/>
          <p:nvPr/>
        </p:nvSpPr>
        <p:spPr>
          <a:xfrm>
            <a:off x="5550172" y="1936461"/>
            <a:ext cx="105861" cy="31"/>
          </a:xfrm>
          <a:custGeom>
            <a:avLst/>
            <a:gdLst/>
            <a:ahLst/>
            <a:cxnLst/>
            <a:rect l="l" t="t" r="r" b="b"/>
            <a:pathLst>
              <a:path w="3470" h="1" fill="none" extrusionOk="0">
                <a:moveTo>
                  <a:pt x="3470"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7"/>
          <p:cNvSpPr/>
          <p:nvPr/>
        </p:nvSpPr>
        <p:spPr>
          <a:xfrm>
            <a:off x="5358870" y="1936461"/>
            <a:ext cx="105861" cy="31"/>
          </a:xfrm>
          <a:custGeom>
            <a:avLst/>
            <a:gdLst/>
            <a:ahLst/>
            <a:cxnLst/>
            <a:rect l="l" t="t" r="r" b="b"/>
            <a:pathLst>
              <a:path w="3470" h="1" fill="none" extrusionOk="0">
                <a:moveTo>
                  <a:pt x="3470"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7"/>
          <p:cNvSpPr/>
          <p:nvPr/>
        </p:nvSpPr>
        <p:spPr>
          <a:xfrm>
            <a:off x="5358870" y="2032097"/>
            <a:ext cx="1647588" cy="31"/>
          </a:xfrm>
          <a:custGeom>
            <a:avLst/>
            <a:gdLst/>
            <a:ahLst/>
            <a:cxnLst/>
            <a:rect l="l" t="t" r="r" b="b"/>
            <a:pathLst>
              <a:path w="54006" h="1" fill="none" extrusionOk="0">
                <a:moveTo>
                  <a:pt x="54006" y="1"/>
                </a:moveTo>
                <a:lnTo>
                  <a:pt x="0"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7"/>
          <p:cNvSpPr/>
          <p:nvPr/>
        </p:nvSpPr>
        <p:spPr>
          <a:xfrm>
            <a:off x="5197067" y="1936461"/>
            <a:ext cx="38714" cy="31"/>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7"/>
          <p:cNvSpPr/>
          <p:nvPr/>
        </p:nvSpPr>
        <p:spPr>
          <a:xfrm>
            <a:off x="5197067" y="2032097"/>
            <a:ext cx="38714" cy="31"/>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7"/>
          <p:cNvSpPr/>
          <p:nvPr/>
        </p:nvSpPr>
        <p:spPr>
          <a:xfrm>
            <a:off x="5197067" y="2127763"/>
            <a:ext cx="38714" cy="31"/>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7"/>
          <p:cNvSpPr/>
          <p:nvPr/>
        </p:nvSpPr>
        <p:spPr>
          <a:xfrm>
            <a:off x="5197067" y="2223399"/>
            <a:ext cx="38714" cy="31"/>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7"/>
          <p:cNvSpPr/>
          <p:nvPr/>
        </p:nvSpPr>
        <p:spPr>
          <a:xfrm>
            <a:off x="7106064" y="2032097"/>
            <a:ext cx="226976" cy="31"/>
          </a:xfrm>
          <a:custGeom>
            <a:avLst/>
            <a:gdLst/>
            <a:ahLst/>
            <a:cxnLst/>
            <a:rect l="l" t="t" r="r" b="b"/>
            <a:pathLst>
              <a:path w="7440" h="1" fill="none" extrusionOk="0">
                <a:moveTo>
                  <a:pt x="1" y="1"/>
                </a:moveTo>
                <a:lnTo>
                  <a:pt x="7439"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7"/>
          <p:cNvSpPr/>
          <p:nvPr/>
        </p:nvSpPr>
        <p:spPr>
          <a:xfrm>
            <a:off x="5354813" y="2127763"/>
            <a:ext cx="455935" cy="31"/>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7"/>
          <p:cNvSpPr/>
          <p:nvPr/>
        </p:nvSpPr>
        <p:spPr>
          <a:xfrm>
            <a:off x="5354813" y="2225443"/>
            <a:ext cx="455935" cy="31"/>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7"/>
          <p:cNvSpPr/>
          <p:nvPr/>
        </p:nvSpPr>
        <p:spPr>
          <a:xfrm>
            <a:off x="5354813" y="2324160"/>
            <a:ext cx="455935" cy="31"/>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7"/>
          <p:cNvSpPr/>
          <p:nvPr/>
        </p:nvSpPr>
        <p:spPr>
          <a:xfrm>
            <a:off x="5354813" y="2421840"/>
            <a:ext cx="455935" cy="31"/>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7"/>
          <p:cNvSpPr/>
          <p:nvPr/>
        </p:nvSpPr>
        <p:spPr>
          <a:xfrm>
            <a:off x="6110870" y="2421840"/>
            <a:ext cx="928130" cy="31"/>
          </a:xfrm>
          <a:custGeom>
            <a:avLst/>
            <a:gdLst/>
            <a:ahLst/>
            <a:cxnLst/>
            <a:rect l="l" t="t" r="r" b="b"/>
            <a:pathLst>
              <a:path w="30423" h="1" fill="none" extrusionOk="0">
                <a:moveTo>
                  <a:pt x="0" y="1"/>
                </a:moveTo>
                <a:lnTo>
                  <a:pt x="30422"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7"/>
          <p:cNvSpPr/>
          <p:nvPr/>
        </p:nvSpPr>
        <p:spPr>
          <a:xfrm>
            <a:off x="6661380" y="2324160"/>
            <a:ext cx="377591" cy="31"/>
          </a:xfrm>
          <a:custGeom>
            <a:avLst/>
            <a:gdLst/>
            <a:ahLst/>
            <a:cxnLst/>
            <a:rect l="l" t="t" r="r" b="b"/>
            <a:pathLst>
              <a:path w="12377" h="1" fill="none" extrusionOk="0">
                <a:moveTo>
                  <a:pt x="1" y="0"/>
                </a:moveTo>
                <a:lnTo>
                  <a:pt x="12376" y="0"/>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7"/>
          <p:cNvSpPr/>
          <p:nvPr/>
        </p:nvSpPr>
        <p:spPr>
          <a:xfrm>
            <a:off x="6889319" y="2223399"/>
            <a:ext cx="149639" cy="31"/>
          </a:xfrm>
          <a:custGeom>
            <a:avLst/>
            <a:gdLst/>
            <a:ahLst/>
            <a:cxnLst/>
            <a:rect l="l" t="t" r="r" b="b"/>
            <a:pathLst>
              <a:path w="4905" h="1" fill="none" extrusionOk="0">
                <a:moveTo>
                  <a:pt x="1" y="1"/>
                </a:moveTo>
                <a:lnTo>
                  <a:pt x="4904"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7"/>
          <p:cNvSpPr/>
          <p:nvPr/>
        </p:nvSpPr>
        <p:spPr>
          <a:xfrm>
            <a:off x="7602007" y="1310369"/>
            <a:ext cx="1114298" cy="1734401"/>
          </a:xfrm>
          <a:custGeom>
            <a:avLst/>
            <a:gdLst/>
            <a:ahLst/>
            <a:cxnLst/>
            <a:rect l="l" t="t" r="r" b="b"/>
            <a:pathLst>
              <a:path w="42498" h="66148" extrusionOk="0">
                <a:moveTo>
                  <a:pt x="2169" y="1"/>
                </a:moveTo>
                <a:cubicBezTo>
                  <a:pt x="968" y="1"/>
                  <a:pt x="0" y="968"/>
                  <a:pt x="0" y="2169"/>
                </a:cubicBezTo>
                <a:lnTo>
                  <a:pt x="0" y="63980"/>
                </a:lnTo>
                <a:cubicBezTo>
                  <a:pt x="0" y="65181"/>
                  <a:pt x="968" y="66148"/>
                  <a:pt x="2169" y="66148"/>
                </a:cubicBezTo>
                <a:lnTo>
                  <a:pt x="40329" y="66148"/>
                </a:lnTo>
                <a:cubicBezTo>
                  <a:pt x="41530" y="66148"/>
                  <a:pt x="42497" y="65181"/>
                  <a:pt x="42497" y="63980"/>
                </a:cubicBezTo>
                <a:lnTo>
                  <a:pt x="42497" y="2169"/>
                </a:lnTo>
                <a:cubicBezTo>
                  <a:pt x="42497" y="968"/>
                  <a:pt x="41530" y="1"/>
                  <a:pt x="403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7"/>
          <p:cNvSpPr/>
          <p:nvPr/>
        </p:nvSpPr>
        <p:spPr>
          <a:xfrm>
            <a:off x="7602007" y="1310369"/>
            <a:ext cx="1114298" cy="157451"/>
          </a:xfrm>
          <a:custGeom>
            <a:avLst/>
            <a:gdLst/>
            <a:ahLst/>
            <a:cxnLst/>
            <a:rect l="l" t="t" r="r" b="b"/>
            <a:pathLst>
              <a:path w="42498" h="6005" extrusionOk="0">
                <a:moveTo>
                  <a:pt x="1635" y="1"/>
                </a:moveTo>
                <a:cubicBezTo>
                  <a:pt x="734" y="1"/>
                  <a:pt x="0" y="734"/>
                  <a:pt x="0" y="1635"/>
                </a:cubicBezTo>
                <a:lnTo>
                  <a:pt x="0" y="6005"/>
                </a:lnTo>
                <a:lnTo>
                  <a:pt x="42497" y="6005"/>
                </a:lnTo>
                <a:lnTo>
                  <a:pt x="42497" y="1635"/>
                </a:lnTo>
                <a:cubicBezTo>
                  <a:pt x="42497" y="734"/>
                  <a:pt x="41764" y="1"/>
                  <a:pt x="408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7"/>
          <p:cNvSpPr/>
          <p:nvPr/>
        </p:nvSpPr>
        <p:spPr>
          <a:xfrm>
            <a:off x="7662365" y="1515042"/>
            <a:ext cx="996203" cy="1478126"/>
          </a:xfrm>
          <a:custGeom>
            <a:avLst/>
            <a:gdLst/>
            <a:ahLst/>
            <a:cxnLst/>
            <a:rect l="l" t="t" r="r" b="b"/>
            <a:pathLst>
              <a:path w="37994" h="56374" extrusionOk="0">
                <a:moveTo>
                  <a:pt x="36259" y="56374"/>
                </a:moveTo>
                <a:lnTo>
                  <a:pt x="1768" y="56374"/>
                </a:lnTo>
                <a:cubicBezTo>
                  <a:pt x="801" y="56374"/>
                  <a:pt x="0" y="55607"/>
                  <a:pt x="0" y="54639"/>
                </a:cubicBezTo>
                <a:lnTo>
                  <a:pt x="0" y="1735"/>
                </a:lnTo>
                <a:cubicBezTo>
                  <a:pt x="0" y="767"/>
                  <a:pt x="801" y="0"/>
                  <a:pt x="1768" y="0"/>
                </a:cubicBezTo>
                <a:lnTo>
                  <a:pt x="36259" y="0"/>
                </a:lnTo>
                <a:cubicBezTo>
                  <a:pt x="37227" y="0"/>
                  <a:pt x="37994" y="767"/>
                  <a:pt x="37994" y="1735"/>
                </a:cubicBezTo>
                <a:lnTo>
                  <a:pt x="37994" y="54639"/>
                </a:lnTo>
                <a:cubicBezTo>
                  <a:pt x="37994" y="55607"/>
                  <a:pt x="37227" y="56374"/>
                  <a:pt x="36259" y="56374"/>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7"/>
          <p:cNvSpPr/>
          <p:nvPr/>
        </p:nvSpPr>
        <p:spPr>
          <a:xfrm>
            <a:off x="7905503" y="1362835"/>
            <a:ext cx="53384" cy="27164"/>
          </a:xfrm>
          <a:custGeom>
            <a:avLst/>
            <a:gdLst/>
            <a:ahLst/>
            <a:cxnLst/>
            <a:rect l="l" t="t" r="r" b="b"/>
            <a:pathLst>
              <a:path w="2036" h="1036" extrusionOk="0">
                <a:moveTo>
                  <a:pt x="1001" y="1"/>
                </a:moveTo>
                <a:cubicBezTo>
                  <a:pt x="434" y="1"/>
                  <a:pt x="0" y="435"/>
                  <a:pt x="0" y="1002"/>
                </a:cubicBezTo>
                <a:lnTo>
                  <a:pt x="0" y="1035"/>
                </a:lnTo>
                <a:cubicBezTo>
                  <a:pt x="0" y="468"/>
                  <a:pt x="434" y="1"/>
                  <a:pt x="1001" y="1"/>
                </a:cubicBezTo>
                <a:close/>
                <a:moveTo>
                  <a:pt x="1001" y="1"/>
                </a:moveTo>
                <a:cubicBezTo>
                  <a:pt x="1568" y="1"/>
                  <a:pt x="2035" y="468"/>
                  <a:pt x="2035" y="1035"/>
                </a:cubicBezTo>
                <a:lnTo>
                  <a:pt x="2035" y="1002"/>
                </a:lnTo>
                <a:cubicBezTo>
                  <a:pt x="2035" y="435"/>
                  <a:pt x="1568" y="1"/>
                  <a:pt x="1001" y="1"/>
                </a:cubicBezTo>
                <a:close/>
              </a:path>
            </a:pathLst>
          </a:custGeom>
          <a:solidFill>
            <a:srgbClr val="84FA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7"/>
          <p:cNvSpPr/>
          <p:nvPr/>
        </p:nvSpPr>
        <p:spPr>
          <a:xfrm>
            <a:off x="7710453" y="1688198"/>
            <a:ext cx="707599" cy="16650"/>
          </a:xfrm>
          <a:custGeom>
            <a:avLst/>
            <a:gdLst/>
            <a:ahLst/>
            <a:cxnLst/>
            <a:rect l="l" t="t" r="r" b="b"/>
            <a:pathLst>
              <a:path w="26987" h="635" extrusionOk="0">
                <a:moveTo>
                  <a:pt x="334" y="1"/>
                </a:moveTo>
                <a:cubicBezTo>
                  <a:pt x="134" y="1"/>
                  <a:pt x="1" y="134"/>
                  <a:pt x="1" y="301"/>
                </a:cubicBezTo>
                <a:cubicBezTo>
                  <a:pt x="1" y="501"/>
                  <a:pt x="134" y="635"/>
                  <a:pt x="334" y="635"/>
                </a:cubicBezTo>
                <a:lnTo>
                  <a:pt x="26686" y="635"/>
                </a:lnTo>
                <a:cubicBezTo>
                  <a:pt x="26853" y="635"/>
                  <a:pt x="26987" y="501"/>
                  <a:pt x="26987" y="301"/>
                </a:cubicBezTo>
                <a:cubicBezTo>
                  <a:pt x="26987" y="134"/>
                  <a:pt x="26853" y="1"/>
                  <a:pt x="2668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7"/>
          <p:cNvSpPr/>
          <p:nvPr/>
        </p:nvSpPr>
        <p:spPr>
          <a:xfrm>
            <a:off x="8461758" y="1688198"/>
            <a:ext cx="68251" cy="16650"/>
          </a:xfrm>
          <a:custGeom>
            <a:avLst/>
            <a:gdLst/>
            <a:ahLst/>
            <a:cxnLst/>
            <a:rect l="l" t="t" r="r" b="b"/>
            <a:pathLst>
              <a:path w="2603" h="635" extrusionOk="0">
                <a:moveTo>
                  <a:pt x="301" y="1"/>
                </a:moveTo>
                <a:cubicBezTo>
                  <a:pt x="134" y="1"/>
                  <a:pt x="1" y="134"/>
                  <a:pt x="1" y="301"/>
                </a:cubicBezTo>
                <a:cubicBezTo>
                  <a:pt x="1" y="501"/>
                  <a:pt x="134" y="635"/>
                  <a:pt x="301" y="635"/>
                </a:cubicBezTo>
                <a:lnTo>
                  <a:pt x="2269" y="635"/>
                </a:lnTo>
                <a:cubicBezTo>
                  <a:pt x="2436" y="635"/>
                  <a:pt x="2602" y="501"/>
                  <a:pt x="2602" y="301"/>
                </a:cubicBezTo>
                <a:cubicBezTo>
                  <a:pt x="2602" y="134"/>
                  <a:pt x="2436" y="1"/>
                  <a:pt x="2269"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7"/>
          <p:cNvSpPr/>
          <p:nvPr/>
        </p:nvSpPr>
        <p:spPr>
          <a:xfrm>
            <a:off x="8556228" y="1688198"/>
            <a:ext cx="55114" cy="16650"/>
          </a:xfrm>
          <a:custGeom>
            <a:avLst/>
            <a:gdLst/>
            <a:ahLst/>
            <a:cxnLst/>
            <a:rect l="l" t="t" r="r" b="b"/>
            <a:pathLst>
              <a:path w="2102" h="635" extrusionOk="0">
                <a:moveTo>
                  <a:pt x="300" y="1"/>
                </a:moveTo>
                <a:cubicBezTo>
                  <a:pt x="134" y="1"/>
                  <a:pt x="0" y="134"/>
                  <a:pt x="0" y="301"/>
                </a:cubicBezTo>
                <a:cubicBezTo>
                  <a:pt x="0" y="501"/>
                  <a:pt x="134" y="635"/>
                  <a:pt x="300" y="635"/>
                </a:cubicBezTo>
                <a:lnTo>
                  <a:pt x="1768" y="635"/>
                </a:lnTo>
                <a:cubicBezTo>
                  <a:pt x="1968" y="635"/>
                  <a:pt x="2102" y="501"/>
                  <a:pt x="2102" y="301"/>
                </a:cubicBezTo>
                <a:cubicBezTo>
                  <a:pt x="2102" y="134"/>
                  <a:pt x="1968"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7"/>
          <p:cNvSpPr/>
          <p:nvPr/>
        </p:nvSpPr>
        <p:spPr>
          <a:xfrm>
            <a:off x="7710453" y="1766045"/>
            <a:ext cx="404994" cy="16650"/>
          </a:xfrm>
          <a:custGeom>
            <a:avLst/>
            <a:gdLst/>
            <a:ahLst/>
            <a:cxnLst/>
            <a:rect l="l" t="t" r="r" b="b"/>
            <a:pathLst>
              <a:path w="15446" h="635" extrusionOk="0">
                <a:moveTo>
                  <a:pt x="334" y="1"/>
                </a:moveTo>
                <a:cubicBezTo>
                  <a:pt x="134" y="1"/>
                  <a:pt x="1" y="134"/>
                  <a:pt x="1" y="334"/>
                </a:cubicBezTo>
                <a:cubicBezTo>
                  <a:pt x="1" y="501"/>
                  <a:pt x="134" y="634"/>
                  <a:pt x="334" y="634"/>
                </a:cubicBezTo>
                <a:lnTo>
                  <a:pt x="15112" y="634"/>
                </a:lnTo>
                <a:cubicBezTo>
                  <a:pt x="15312" y="634"/>
                  <a:pt x="15445" y="501"/>
                  <a:pt x="15445" y="334"/>
                </a:cubicBezTo>
                <a:cubicBezTo>
                  <a:pt x="15445" y="134"/>
                  <a:pt x="15312" y="1"/>
                  <a:pt x="15112"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7"/>
          <p:cNvSpPr/>
          <p:nvPr/>
        </p:nvSpPr>
        <p:spPr>
          <a:xfrm>
            <a:off x="8122394" y="1766045"/>
            <a:ext cx="127744" cy="16650"/>
          </a:xfrm>
          <a:custGeom>
            <a:avLst/>
            <a:gdLst/>
            <a:ahLst/>
            <a:cxnLst/>
            <a:rect l="l" t="t" r="r" b="b"/>
            <a:pathLst>
              <a:path w="4872" h="635" extrusionOk="0">
                <a:moveTo>
                  <a:pt x="301" y="1"/>
                </a:moveTo>
                <a:cubicBezTo>
                  <a:pt x="134" y="1"/>
                  <a:pt x="1" y="134"/>
                  <a:pt x="1" y="334"/>
                </a:cubicBezTo>
                <a:cubicBezTo>
                  <a:pt x="1" y="501"/>
                  <a:pt x="134" y="634"/>
                  <a:pt x="301" y="634"/>
                </a:cubicBezTo>
                <a:lnTo>
                  <a:pt x="4571" y="634"/>
                </a:lnTo>
                <a:cubicBezTo>
                  <a:pt x="4738" y="634"/>
                  <a:pt x="4871" y="501"/>
                  <a:pt x="4871" y="334"/>
                </a:cubicBezTo>
                <a:cubicBezTo>
                  <a:pt x="4871" y="134"/>
                  <a:pt x="4738" y="1"/>
                  <a:pt x="4571"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7"/>
          <p:cNvSpPr/>
          <p:nvPr/>
        </p:nvSpPr>
        <p:spPr>
          <a:xfrm>
            <a:off x="8164398" y="1810645"/>
            <a:ext cx="85739" cy="17515"/>
          </a:xfrm>
          <a:custGeom>
            <a:avLst/>
            <a:gdLst/>
            <a:ahLst/>
            <a:cxnLst/>
            <a:rect l="l" t="t" r="r" b="b"/>
            <a:pathLst>
              <a:path w="3270" h="668" extrusionOk="0">
                <a:moveTo>
                  <a:pt x="334" y="1"/>
                </a:moveTo>
                <a:cubicBezTo>
                  <a:pt x="134" y="1"/>
                  <a:pt x="0" y="168"/>
                  <a:pt x="0" y="334"/>
                </a:cubicBezTo>
                <a:cubicBezTo>
                  <a:pt x="0" y="535"/>
                  <a:pt x="134" y="668"/>
                  <a:pt x="334" y="668"/>
                </a:cubicBezTo>
                <a:lnTo>
                  <a:pt x="2969" y="668"/>
                </a:lnTo>
                <a:cubicBezTo>
                  <a:pt x="3136" y="668"/>
                  <a:pt x="3269" y="501"/>
                  <a:pt x="3269" y="334"/>
                </a:cubicBezTo>
                <a:cubicBezTo>
                  <a:pt x="3269" y="168"/>
                  <a:pt x="3136" y="1"/>
                  <a:pt x="296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7"/>
          <p:cNvSpPr/>
          <p:nvPr/>
        </p:nvSpPr>
        <p:spPr>
          <a:xfrm>
            <a:off x="8122394" y="1810645"/>
            <a:ext cx="25407" cy="17515"/>
          </a:xfrm>
          <a:custGeom>
            <a:avLst/>
            <a:gdLst/>
            <a:ahLst/>
            <a:cxnLst/>
            <a:rect l="l" t="t" r="r" b="b"/>
            <a:pathLst>
              <a:path w="969" h="668" extrusionOk="0">
                <a:moveTo>
                  <a:pt x="335" y="1"/>
                </a:moveTo>
                <a:cubicBezTo>
                  <a:pt x="168" y="1"/>
                  <a:pt x="1" y="168"/>
                  <a:pt x="1" y="334"/>
                </a:cubicBezTo>
                <a:cubicBezTo>
                  <a:pt x="1" y="535"/>
                  <a:pt x="168" y="668"/>
                  <a:pt x="335" y="668"/>
                </a:cubicBezTo>
                <a:lnTo>
                  <a:pt x="635" y="668"/>
                </a:lnTo>
                <a:cubicBezTo>
                  <a:pt x="802" y="668"/>
                  <a:pt x="968" y="501"/>
                  <a:pt x="968" y="334"/>
                </a:cubicBezTo>
                <a:cubicBezTo>
                  <a:pt x="968" y="168"/>
                  <a:pt x="835" y="1"/>
                  <a:pt x="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7"/>
          <p:cNvSpPr/>
          <p:nvPr/>
        </p:nvSpPr>
        <p:spPr>
          <a:xfrm>
            <a:off x="8021814" y="1810645"/>
            <a:ext cx="77008" cy="17515"/>
          </a:xfrm>
          <a:custGeom>
            <a:avLst/>
            <a:gdLst/>
            <a:ahLst/>
            <a:cxnLst/>
            <a:rect l="l" t="t" r="r" b="b"/>
            <a:pathLst>
              <a:path w="2937" h="668" extrusionOk="0">
                <a:moveTo>
                  <a:pt x="301" y="1"/>
                </a:moveTo>
                <a:cubicBezTo>
                  <a:pt x="134" y="1"/>
                  <a:pt x="1" y="168"/>
                  <a:pt x="1" y="334"/>
                </a:cubicBezTo>
                <a:cubicBezTo>
                  <a:pt x="1" y="535"/>
                  <a:pt x="134" y="668"/>
                  <a:pt x="301" y="668"/>
                </a:cubicBezTo>
                <a:lnTo>
                  <a:pt x="2636" y="668"/>
                </a:lnTo>
                <a:cubicBezTo>
                  <a:pt x="2803" y="668"/>
                  <a:pt x="2936" y="501"/>
                  <a:pt x="2936" y="334"/>
                </a:cubicBezTo>
                <a:cubicBezTo>
                  <a:pt x="2936"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7"/>
          <p:cNvSpPr/>
          <p:nvPr/>
        </p:nvSpPr>
        <p:spPr>
          <a:xfrm>
            <a:off x="7912503" y="1810645"/>
            <a:ext cx="77873" cy="17515"/>
          </a:xfrm>
          <a:custGeom>
            <a:avLst/>
            <a:gdLst/>
            <a:ahLst/>
            <a:cxnLst/>
            <a:rect l="l" t="t" r="r" b="b"/>
            <a:pathLst>
              <a:path w="2970" h="668" extrusionOk="0">
                <a:moveTo>
                  <a:pt x="300" y="1"/>
                </a:moveTo>
                <a:cubicBezTo>
                  <a:pt x="134" y="1"/>
                  <a:pt x="0" y="168"/>
                  <a:pt x="0" y="334"/>
                </a:cubicBezTo>
                <a:cubicBezTo>
                  <a:pt x="0" y="535"/>
                  <a:pt x="134" y="668"/>
                  <a:pt x="300" y="668"/>
                </a:cubicBezTo>
                <a:lnTo>
                  <a:pt x="2635" y="668"/>
                </a:lnTo>
                <a:cubicBezTo>
                  <a:pt x="2802" y="668"/>
                  <a:pt x="2969" y="501"/>
                  <a:pt x="2936" y="334"/>
                </a:cubicBezTo>
                <a:cubicBezTo>
                  <a:pt x="2936" y="168"/>
                  <a:pt x="2802" y="1"/>
                  <a:pt x="2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7"/>
          <p:cNvSpPr/>
          <p:nvPr/>
        </p:nvSpPr>
        <p:spPr>
          <a:xfrm>
            <a:off x="7803166" y="1810645"/>
            <a:ext cx="77873" cy="17515"/>
          </a:xfrm>
          <a:custGeom>
            <a:avLst/>
            <a:gdLst/>
            <a:ahLst/>
            <a:cxnLst/>
            <a:rect l="l" t="t" r="r" b="b"/>
            <a:pathLst>
              <a:path w="2970" h="668" extrusionOk="0">
                <a:moveTo>
                  <a:pt x="301" y="1"/>
                </a:moveTo>
                <a:cubicBezTo>
                  <a:pt x="134" y="1"/>
                  <a:pt x="1" y="168"/>
                  <a:pt x="1" y="334"/>
                </a:cubicBezTo>
                <a:cubicBezTo>
                  <a:pt x="1" y="535"/>
                  <a:pt x="134" y="668"/>
                  <a:pt x="301" y="668"/>
                </a:cubicBezTo>
                <a:lnTo>
                  <a:pt x="2636" y="668"/>
                </a:lnTo>
                <a:cubicBezTo>
                  <a:pt x="2803" y="668"/>
                  <a:pt x="2969" y="501"/>
                  <a:pt x="2969" y="334"/>
                </a:cubicBezTo>
                <a:cubicBezTo>
                  <a:pt x="2969"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7"/>
          <p:cNvSpPr/>
          <p:nvPr/>
        </p:nvSpPr>
        <p:spPr>
          <a:xfrm>
            <a:off x="7803166" y="1865759"/>
            <a:ext cx="656863" cy="16650"/>
          </a:xfrm>
          <a:custGeom>
            <a:avLst/>
            <a:gdLst/>
            <a:ahLst/>
            <a:cxnLst/>
            <a:rect l="l" t="t" r="r" b="b"/>
            <a:pathLst>
              <a:path w="25052" h="635" extrusionOk="0">
                <a:moveTo>
                  <a:pt x="301" y="0"/>
                </a:moveTo>
                <a:cubicBezTo>
                  <a:pt x="134" y="0"/>
                  <a:pt x="1" y="134"/>
                  <a:pt x="1" y="334"/>
                </a:cubicBezTo>
                <a:cubicBezTo>
                  <a:pt x="1" y="501"/>
                  <a:pt x="134" y="634"/>
                  <a:pt x="301" y="634"/>
                </a:cubicBezTo>
                <a:lnTo>
                  <a:pt x="24718" y="634"/>
                </a:lnTo>
                <a:cubicBezTo>
                  <a:pt x="24885" y="634"/>
                  <a:pt x="25052" y="501"/>
                  <a:pt x="25018" y="334"/>
                </a:cubicBezTo>
                <a:cubicBezTo>
                  <a:pt x="25018" y="134"/>
                  <a:pt x="24885" y="0"/>
                  <a:pt x="247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7"/>
          <p:cNvSpPr/>
          <p:nvPr/>
        </p:nvSpPr>
        <p:spPr>
          <a:xfrm>
            <a:off x="7710453" y="1810645"/>
            <a:ext cx="39382" cy="17515"/>
          </a:xfrm>
          <a:custGeom>
            <a:avLst/>
            <a:gdLst/>
            <a:ahLst/>
            <a:cxnLst/>
            <a:rect l="l" t="t" r="r" b="b"/>
            <a:pathLst>
              <a:path w="1502" h="668" extrusionOk="0">
                <a:moveTo>
                  <a:pt x="334" y="1"/>
                </a:moveTo>
                <a:cubicBezTo>
                  <a:pt x="134" y="1"/>
                  <a:pt x="1" y="168"/>
                  <a:pt x="1" y="334"/>
                </a:cubicBezTo>
                <a:cubicBezTo>
                  <a:pt x="1" y="535"/>
                  <a:pt x="134" y="668"/>
                  <a:pt x="334" y="668"/>
                </a:cubicBezTo>
                <a:lnTo>
                  <a:pt x="1168" y="668"/>
                </a:lnTo>
                <a:cubicBezTo>
                  <a:pt x="1335" y="668"/>
                  <a:pt x="1502" y="501"/>
                  <a:pt x="1468" y="334"/>
                </a:cubicBezTo>
                <a:cubicBezTo>
                  <a:pt x="1468" y="168"/>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7"/>
          <p:cNvSpPr/>
          <p:nvPr/>
        </p:nvSpPr>
        <p:spPr>
          <a:xfrm>
            <a:off x="7710453" y="1865759"/>
            <a:ext cx="39382" cy="16650"/>
          </a:xfrm>
          <a:custGeom>
            <a:avLst/>
            <a:gdLst/>
            <a:ahLst/>
            <a:cxnLst/>
            <a:rect l="l" t="t" r="r" b="b"/>
            <a:pathLst>
              <a:path w="1502" h="635" extrusionOk="0">
                <a:moveTo>
                  <a:pt x="334" y="0"/>
                </a:moveTo>
                <a:cubicBezTo>
                  <a:pt x="134" y="0"/>
                  <a:pt x="1" y="134"/>
                  <a:pt x="1" y="334"/>
                </a:cubicBezTo>
                <a:cubicBezTo>
                  <a:pt x="1" y="501"/>
                  <a:pt x="134" y="634"/>
                  <a:pt x="334" y="634"/>
                </a:cubicBezTo>
                <a:lnTo>
                  <a:pt x="1168" y="634"/>
                </a:lnTo>
                <a:cubicBezTo>
                  <a:pt x="1335" y="634"/>
                  <a:pt x="1502" y="501"/>
                  <a:pt x="1468" y="334"/>
                </a:cubicBezTo>
                <a:cubicBezTo>
                  <a:pt x="1468" y="134"/>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7"/>
          <p:cNvSpPr/>
          <p:nvPr/>
        </p:nvSpPr>
        <p:spPr>
          <a:xfrm>
            <a:off x="7710453" y="1919982"/>
            <a:ext cx="39382" cy="17515"/>
          </a:xfrm>
          <a:custGeom>
            <a:avLst/>
            <a:gdLst/>
            <a:ahLst/>
            <a:cxnLst/>
            <a:rect l="l" t="t" r="r" b="b"/>
            <a:pathLst>
              <a:path w="1502" h="668" extrusionOk="0">
                <a:moveTo>
                  <a:pt x="334" y="1"/>
                </a:moveTo>
                <a:cubicBezTo>
                  <a:pt x="134" y="1"/>
                  <a:pt x="1" y="167"/>
                  <a:pt x="1" y="334"/>
                </a:cubicBezTo>
                <a:cubicBezTo>
                  <a:pt x="1" y="501"/>
                  <a:pt x="134" y="668"/>
                  <a:pt x="334" y="668"/>
                </a:cubicBezTo>
                <a:lnTo>
                  <a:pt x="1168" y="668"/>
                </a:lnTo>
                <a:cubicBezTo>
                  <a:pt x="1335" y="668"/>
                  <a:pt x="1502" y="501"/>
                  <a:pt x="1468" y="334"/>
                </a:cubicBezTo>
                <a:cubicBezTo>
                  <a:pt x="1468" y="167"/>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7"/>
          <p:cNvSpPr/>
          <p:nvPr/>
        </p:nvSpPr>
        <p:spPr>
          <a:xfrm>
            <a:off x="7710453" y="1975097"/>
            <a:ext cx="39382" cy="16623"/>
          </a:xfrm>
          <a:custGeom>
            <a:avLst/>
            <a:gdLst/>
            <a:ahLst/>
            <a:cxnLst/>
            <a:rect l="l" t="t" r="r" b="b"/>
            <a:pathLst>
              <a:path w="1502" h="634" extrusionOk="0">
                <a:moveTo>
                  <a:pt x="334" y="0"/>
                </a:moveTo>
                <a:cubicBezTo>
                  <a:pt x="134" y="0"/>
                  <a:pt x="1" y="133"/>
                  <a:pt x="1" y="300"/>
                </a:cubicBezTo>
                <a:cubicBezTo>
                  <a:pt x="1" y="500"/>
                  <a:pt x="134" y="634"/>
                  <a:pt x="334" y="634"/>
                </a:cubicBezTo>
                <a:lnTo>
                  <a:pt x="1168" y="634"/>
                </a:lnTo>
                <a:cubicBezTo>
                  <a:pt x="1335" y="634"/>
                  <a:pt x="1502" y="500"/>
                  <a:pt x="1468" y="300"/>
                </a:cubicBezTo>
                <a:cubicBezTo>
                  <a:pt x="1468" y="133"/>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7"/>
          <p:cNvSpPr/>
          <p:nvPr/>
        </p:nvSpPr>
        <p:spPr>
          <a:xfrm>
            <a:off x="8500249" y="1865759"/>
            <a:ext cx="96227" cy="16650"/>
          </a:xfrm>
          <a:custGeom>
            <a:avLst/>
            <a:gdLst/>
            <a:ahLst/>
            <a:cxnLst/>
            <a:rect l="l" t="t" r="r" b="b"/>
            <a:pathLst>
              <a:path w="3670" h="635" extrusionOk="0">
                <a:moveTo>
                  <a:pt x="300" y="0"/>
                </a:moveTo>
                <a:cubicBezTo>
                  <a:pt x="134" y="0"/>
                  <a:pt x="0" y="134"/>
                  <a:pt x="0" y="334"/>
                </a:cubicBezTo>
                <a:cubicBezTo>
                  <a:pt x="0" y="501"/>
                  <a:pt x="134" y="634"/>
                  <a:pt x="300" y="634"/>
                </a:cubicBezTo>
                <a:lnTo>
                  <a:pt x="3336" y="634"/>
                </a:lnTo>
                <a:cubicBezTo>
                  <a:pt x="3503" y="634"/>
                  <a:pt x="3670" y="501"/>
                  <a:pt x="3670" y="334"/>
                </a:cubicBezTo>
                <a:cubicBezTo>
                  <a:pt x="3670" y="134"/>
                  <a:pt x="3536" y="0"/>
                  <a:pt x="33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7"/>
          <p:cNvSpPr/>
          <p:nvPr/>
        </p:nvSpPr>
        <p:spPr>
          <a:xfrm>
            <a:off x="7800544" y="1919982"/>
            <a:ext cx="277276" cy="17515"/>
          </a:xfrm>
          <a:custGeom>
            <a:avLst/>
            <a:gdLst/>
            <a:ahLst/>
            <a:cxnLst/>
            <a:rect l="l" t="t" r="r" b="b"/>
            <a:pathLst>
              <a:path w="10575" h="668" extrusionOk="0">
                <a:moveTo>
                  <a:pt x="334" y="1"/>
                </a:moveTo>
                <a:cubicBezTo>
                  <a:pt x="134" y="1"/>
                  <a:pt x="1" y="167"/>
                  <a:pt x="1" y="334"/>
                </a:cubicBezTo>
                <a:cubicBezTo>
                  <a:pt x="1" y="501"/>
                  <a:pt x="134" y="668"/>
                  <a:pt x="334" y="668"/>
                </a:cubicBezTo>
                <a:lnTo>
                  <a:pt x="10275" y="668"/>
                </a:lnTo>
                <a:cubicBezTo>
                  <a:pt x="10441" y="668"/>
                  <a:pt x="10575" y="501"/>
                  <a:pt x="10575" y="334"/>
                </a:cubicBezTo>
                <a:cubicBezTo>
                  <a:pt x="10575" y="167"/>
                  <a:pt x="10441" y="1"/>
                  <a:pt x="10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7"/>
          <p:cNvSpPr/>
          <p:nvPr/>
        </p:nvSpPr>
        <p:spPr>
          <a:xfrm>
            <a:off x="8164398" y="2087921"/>
            <a:ext cx="314011" cy="17515"/>
          </a:xfrm>
          <a:custGeom>
            <a:avLst/>
            <a:gdLst/>
            <a:ahLst/>
            <a:cxnLst/>
            <a:rect l="l" t="t" r="r" b="b"/>
            <a:pathLst>
              <a:path w="11976" h="668" extrusionOk="0">
                <a:moveTo>
                  <a:pt x="300" y="0"/>
                </a:moveTo>
                <a:cubicBezTo>
                  <a:pt x="134" y="0"/>
                  <a:pt x="0" y="134"/>
                  <a:pt x="0" y="334"/>
                </a:cubicBezTo>
                <a:cubicBezTo>
                  <a:pt x="0" y="500"/>
                  <a:pt x="134" y="667"/>
                  <a:pt x="300" y="667"/>
                </a:cubicBezTo>
                <a:lnTo>
                  <a:pt x="11642" y="667"/>
                </a:lnTo>
                <a:cubicBezTo>
                  <a:pt x="11842" y="667"/>
                  <a:pt x="11975" y="500"/>
                  <a:pt x="11975" y="334"/>
                </a:cubicBezTo>
                <a:cubicBezTo>
                  <a:pt x="11975" y="134"/>
                  <a:pt x="11842" y="0"/>
                  <a:pt x="116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7"/>
          <p:cNvSpPr/>
          <p:nvPr/>
        </p:nvSpPr>
        <p:spPr>
          <a:xfrm>
            <a:off x="8245732" y="2031941"/>
            <a:ext cx="232676" cy="17515"/>
          </a:xfrm>
          <a:custGeom>
            <a:avLst/>
            <a:gdLst/>
            <a:ahLst/>
            <a:cxnLst/>
            <a:rect l="l" t="t" r="r" b="b"/>
            <a:pathLst>
              <a:path w="8874" h="668" extrusionOk="0">
                <a:moveTo>
                  <a:pt x="334" y="0"/>
                </a:moveTo>
                <a:cubicBezTo>
                  <a:pt x="134" y="0"/>
                  <a:pt x="0" y="134"/>
                  <a:pt x="0" y="334"/>
                </a:cubicBezTo>
                <a:cubicBezTo>
                  <a:pt x="0" y="501"/>
                  <a:pt x="134" y="667"/>
                  <a:pt x="334" y="667"/>
                </a:cubicBezTo>
                <a:lnTo>
                  <a:pt x="8540" y="667"/>
                </a:lnTo>
                <a:cubicBezTo>
                  <a:pt x="8740" y="667"/>
                  <a:pt x="8873" y="501"/>
                  <a:pt x="8873" y="334"/>
                </a:cubicBezTo>
                <a:cubicBezTo>
                  <a:pt x="8873" y="134"/>
                  <a:pt x="8740" y="0"/>
                  <a:pt x="85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7"/>
          <p:cNvSpPr/>
          <p:nvPr/>
        </p:nvSpPr>
        <p:spPr>
          <a:xfrm>
            <a:off x="8376045" y="1975097"/>
            <a:ext cx="102363" cy="16623"/>
          </a:xfrm>
          <a:custGeom>
            <a:avLst/>
            <a:gdLst/>
            <a:ahLst/>
            <a:cxnLst/>
            <a:rect l="l" t="t" r="r" b="b"/>
            <a:pathLst>
              <a:path w="3904" h="634" extrusionOk="0">
                <a:moveTo>
                  <a:pt x="301" y="0"/>
                </a:moveTo>
                <a:cubicBezTo>
                  <a:pt x="134" y="0"/>
                  <a:pt x="1" y="133"/>
                  <a:pt x="1" y="300"/>
                </a:cubicBezTo>
                <a:cubicBezTo>
                  <a:pt x="1" y="500"/>
                  <a:pt x="134" y="634"/>
                  <a:pt x="301" y="634"/>
                </a:cubicBezTo>
                <a:lnTo>
                  <a:pt x="3570" y="634"/>
                </a:lnTo>
                <a:cubicBezTo>
                  <a:pt x="3770" y="634"/>
                  <a:pt x="3903" y="500"/>
                  <a:pt x="3903" y="300"/>
                </a:cubicBezTo>
                <a:cubicBezTo>
                  <a:pt x="3903" y="133"/>
                  <a:pt x="3770" y="0"/>
                  <a:pt x="35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7"/>
          <p:cNvSpPr/>
          <p:nvPr/>
        </p:nvSpPr>
        <p:spPr>
          <a:xfrm>
            <a:off x="7710453" y="1612108"/>
            <a:ext cx="328012" cy="16650"/>
          </a:xfrm>
          <a:custGeom>
            <a:avLst/>
            <a:gdLst/>
            <a:ahLst/>
            <a:cxnLst/>
            <a:rect l="l" t="t" r="r" b="b"/>
            <a:pathLst>
              <a:path w="12510" h="635" extrusionOk="0">
                <a:moveTo>
                  <a:pt x="334" y="1"/>
                </a:moveTo>
                <a:cubicBezTo>
                  <a:pt x="134" y="1"/>
                  <a:pt x="1" y="134"/>
                  <a:pt x="1" y="334"/>
                </a:cubicBezTo>
                <a:cubicBezTo>
                  <a:pt x="1" y="501"/>
                  <a:pt x="134" y="635"/>
                  <a:pt x="334" y="635"/>
                </a:cubicBezTo>
                <a:lnTo>
                  <a:pt x="12176" y="635"/>
                </a:lnTo>
                <a:cubicBezTo>
                  <a:pt x="12376" y="635"/>
                  <a:pt x="12510" y="501"/>
                  <a:pt x="12510" y="334"/>
                </a:cubicBezTo>
                <a:cubicBezTo>
                  <a:pt x="12510" y="134"/>
                  <a:pt x="12376" y="1"/>
                  <a:pt x="121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7"/>
          <p:cNvSpPr/>
          <p:nvPr/>
        </p:nvSpPr>
        <p:spPr>
          <a:xfrm>
            <a:off x="7710453" y="2220856"/>
            <a:ext cx="530064" cy="17515"/>
          </a:xfrm>
          <a:custGeom>
            <a:avLst/>
            <a:gdLst/>
            <a:ahLst/>
            <a:cxnLst/>
            <a:rect l="l" t="t" r="r" b="b"/>
            <a:pathLst>
              <a:path w="20216" h="668" extrusionOk="0">
                <a:moveTo>
                  <a:pt x="334" y="0"/>
                </a:moveTo>
                <a:cubicBezTo>
                  <a:pt x="134" y="0"/>
                  <a:pt x="1" y="134"/>
                  <a:pt x="1" y="334"/>
                </a:cubicBezTo>
                <a:cubicBezTo>
                  <a:pt x="1" y="501"/>
                  <a:pt x="134" y="668"/>
                  <a:pt x="334" y="668"/>
                </a:cubicBezTo>
                <a:lnTo>
                  <a:pt x="19882" y="668"/>
                </a:lnTo>
                <a:cubicBezTo>
                  <a:pt x="20048" y="668"/>
                  <a:pt x="20215" y="501"/>
                  <a:pt x="20182" y="334"/>
                </a:cubicBezTo>
                <a:cubicBezTo>
                  <a:pt x="20182" y="134"/>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7"/>
          <p:cNvSpPr/>
          <p:nvPr/>
        </p:nvSpPr>
        <p:spPr>
          <a:xfrm>
            <a:off x="7710453" y="2288189"/>
            <a:ext cx="530064" cy="17541"/>
          </a:xfrm>
          <a:custGeom>
            <a:avLst/>
            <a:gdLst/>
            <a:ahLst/>
            <a:cxnLst/>
            <a:rect l="l" t="t" r="r" b="b"/>
            <a:pathLst>
              <a:path w="20216" h="669" extrusionOk="0">
                <a:moveTo>
                  <a:pt x="334" y="1"/>
                </a:moveTo>
                <a:cubicBezTo>
                  <a:pt x="134" y="1"/>
                  <a:pt x="1" y="134"/>
                  <a:pt x="1" y="334"/>
                </a:cubicBezTo>
                <a:cubicBezTo>
                  <a:pt x="1" y="501"/>
                  <a:pt x="134" y="668"/>
                  <a:pt x="334" y="668"/>
                </a:cubicBezTo>
                <a:lnTo>
                  <a:pt x="19882" y="668"/>
                </a:lnTo>
                <a:cubicBezTo>
                  <a:pt x="20048" y="668"/>
                  <a:pt x="20215"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7"/>
          <p:cNvSpPr/>
          <p:nvPr/>
        </p:nvSpPr>
        <p:spPr>
          <a:xfrm>
            <a:off x="7710453" y="2355548"/>
            <a:ext cx="529172" cy="17515"/>
          </a:xfrm>
          <a:custGeom>
            <a:avLst/>
            <a:gdLst/>
            <a:ahLst/>
            <a:cxnLst/>
            <a:rect l="l" t="t" r="r" b="b"/>
            <a:pathLst>
              <a:path w="20182" h="668" extrusionOk="0">
                <a:moveTo>
                  <a:pt x="334" y="0"/>
                </a:moveTo>
                <a:cubicBezTo>
                  <a:pt x="134" y="0"/>
                  <a:pt x="1" y="167"/>
                  <a:pt x="1" y="334"/>
                </a:cubicBezTo>
                <a:cubicBezTo>
                  <a:pt x="1" y="501"/>
                  <a:pt x="134" y="668"/>
                  <a:pt x="334" y="668"/>
                </a:cubicBezTo>
                <a:lnTo>
                  <a:pt x="19882" y="668"/>
                </a:lnTo>
                <a:cubicBezTo>
                  <a:pt x="20048" y="668"/>
                  <a:pt x="20182" y="501"/>
                  <a:pt x="20182" y="334"/>
                </a:cubicBezTo>
                <a:cubicBezTo>
                  <a:pt x="20182" y="167"/>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7"/>
          <p:cNvSpPr/>
          <p:nvPr/>
        </p:nvSpPr>
        <p:spPr>
          <a:xfrm>
            <a:off x="7710453" y="2757866"/>
            <a:ext cx="529172" cy="16650"/>
          </a:xfrm>
          <a:custGeom>
            <a:avLst/>
            <a:gdLst/>
            <a:ahLst/>
            <a:cxnLst/>
            <a:rect l="l" t="t" r="r" b="b"/>
            <a:pathLst>
              <a:path w="20182" h="635" extrusionOk="0">
                <a:moveTo>
                  <a:pt x="334" y="1"/>
                </a:moveTo>
                <a:cubicBezTo>
                  <a:pt x="134" y="1"/>
                  <a:pt x="1" y="134"/>
                  <a:pt x="1" y="334"/>
                </a:cubicBezTo>
                <a:cubicBezTo>
                  <a:pt x="1" y="501"/>
                  <a:pt x="134" y="635"/>
                  <a:pt x="334" y="635"/>
                </a:cubicBezTo>
                <a:lnTo>
                  <a:pt x="19882" y="635"/>
                </a:lnTo>
                <a:cubicBezTo>
                  <a:pt x="20048" y="635"/>
                  <a:pt x="20182"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7"/>
          <p:cNvSpPr/>
          <p:nvPr/>
        </p:nvSpPr>
        <p:spPr>
          <a:xfrm>
            <a:off x="8192375" y="2143009"/>
            <a:ext cx="157451" cy="16650"/>
          </a:xfrm>
          <a:custGeom>
            <a:avLst/>
            <a:gdLst/>
            <a:ahLst/>
            <a:cxnLst/>
            <a:rect l="l" t="t" r="r" b="b"/>
            <a:pathLst>
              <a:path w="6005" h="635" extrusionOk="0">
                <a:moveTo>
                  <a:pt x="334" y="1"/>
                </a:moveTo>
                <a:cubicBezTo>
                  <a:pt x="167" y="1"/>
                  <a:pt x="1" y="134"/>
                  <a:pt x="1" y="334"/>
                </a:cubicBezTo>
                <a:cubicBezTo>
                  <a:pt x="1" y="501"/>
                  <a:pt x="167" y="634"/>
                  <a:pt x="334" y="634"/>
                </a:cubicBezTo>
                <a:lnTo>
                  <a:pt x="5671" y="634"/>
                </a:lnTo>
                <a:cubicBezTo>
                  <a:pt x="5838" y="634"/>
                  <a:pt x="6005" y="501"/>
                  <a:pt x="6005" y="334"/>
                </a:cubicBezTo>
                <a:cubicBezTo>
                  <a:pt x="6005" y="134"/>
                  <a:pt x="5838" y="1"/>
                  <a:pt x="5671"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7"/>
          <p:cNvSpPr/>
          <p:nvPr/>
        </p:nvSpPr>
        <p:spPr>
          <a:xfrm>
            <a:off x="8401400" y="2143009"/>
            <a:ext cx="209944" cy="16650"/>
          </a:xfrm>
          <a:custGeom>
            <a:avLst/>
            <a:gdLst/>
            <a:ahLst/>
            <a:cxnLst/>
            <a:rect l="l" t="t" r="r" b="b"/>
            <a:pathLst>
              <a:path w="8007" h="635" extrusionOk="0">
                <a:moveTo>
                  <a:pt x="334" y="1"/>
                </a:moveTo>
                <a:cubicBezTo>
                  <a:pt x="134" y="1"/>
                  <a:pt x="1" y="134"/>
                  <a:pt x="1" y="334"/>
                </a:cubicBezTo>
                <a:cubicBezTo>
                  <a:pt x="1" y="501"/>
                  <a:pt x="134" y="634"/>
                  <a:pt x="334" y="634"/>
                </a:cubicBezTo>
                <a:lnTo>
                  <a:pt x="7673" y="634"/>
                </a:lnTo>
                <a:cubicBezTo>
                  <a:pt x="7873" y="634"/>
                  <a:pt x="8007" y="501"/>
                  <a:pt x="8007" y="334"/>
                </a:cubicBezTo>
                <a:cubicBezTo>
                  <a:pt x="8007" y="134"/>
                  <a:pt x="7873" y="1"/>
                  <a:pt x="7673"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7"/>
          <p:cNvSpPr/>
          <p:nvPr/>
        </p:nvSpPr>
        <p:spPr>
          <a:xfrm>
            <a:off x="8401400" y="2220856"/>
            <a:ext cx="209944" cy="17515"/>
          </a:xfrm>
          <a:custGeom>
            <a:avLst/>
            <a:gdLst/>
            <a:ahLst/>
            <a:cxnLst/>
            <a:rect l="l" t="t" r="r" b="b"/>
            <a:pathLst>
              <a:path w="8007" h="668" extrusionOk="0">
                <a:moveTo>
                  <a:pt x="334" y="0"/>
                </a:moveTo>
                <a:cubicBezTo>
                  <a:pt x="134" y="0"/>
                  <a:pt x="1" y="134"/>
                  <a:pt x="1" y="334"/>
                </a:cubicBezTo>
                <a:cubicBezTo>
                  <a:pt x="1" y="501"/>
                  <a:pt x="134" y="668"/>
                  <a:pt x="334" y="668"/>
                </a:cubicBezTo>
                <a:lnTo>
                  <a:pt x="7673" y="668"/>
                </a:lnTo>
                <a:cubicBezTo>
                  <a:pt x="7873" y="668"/>
                  <a:pt x="8007" y="501"/>
                  <a:pt x="8007" y="334"/>
                </a:cubicBezTo>
                <a:cubicBezTo>
                  <a:pt x="8007" y="134"/>
                  <a:pt x="7873" y="0"/>
                  <a:pt x="7673"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7"/>
          <p:cNvSpPr/>
          <p:nvPr/>
        </p:nvSpPr>
        <p:spPr>
          <a:xfrm>
            <a:off x="7710453" y="2860202"/>
            <a:ext cx="80495" cy="16650"/>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70" y="501"/>
                  <a:pt x="3070" y="301"/>
                </a:cubicBezTo>
                <a:cubicBezTo>
                  <a:pt x="3070"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7"/>
          <p:cNvSpPr/>
          <p:nvPr/>
        </p:nvSpPr>
        <p:spPr>
          <a:xfrm>
            <a:off x="7710453" y="2910938"/>
            <a:ext cx="80495" cy="17515"/>
          </a:xfrm>
          <a:custGeom>
            <a:avLst/>
            <a:gdLst/>
            <a:ahLst/>
            <a:cxnLst/>
            <a:rect l="l" t="t" r="r" b="b"/>
            <a:pathLst>
              <a:path w="3070" h="668" extrusionOk="0">
                <a:moveTo>
                  <a:pt x="334" y="0"/>
                </a:moveTo>
                <a:cubicBezTo>
                  <a:pt x="134" y="0"/>
                  <a:pt x="1" y="167"/>
                  <a:pt x="1" y="334"/>
                </a:cubicBezTo>
                <a:cubicBezTo>
                  <a:pt x="1" y="501"/>
                  <a:pt x="134" y="667"/>
                  <a:pt x="334" y="667"/>
                </a:cubicBezTo>
                <a:lnTo>
                  <a:pt x="2736" y="667"/>
                </a:lnTo>
                <a:cubicBezTo>
                  <a:pt x="2903" y="667"/>
                  <a:pt x="3070" y="501"/>
                  <a:pt x="3070" y="334"/>
                </a:cubicBezTo>
                <a:cubicBezTo>
                  <a:pt x="3070" y="167"/>
                  <a:pt x="2903" y="0"/>
                  <a:pt x="2736"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7"/>
          <p:cNvSpPr/>
          <p:nvPr/>
        </p:nvSpPr>
        <p:spPr>
          <a:xfrm>
            <a:off x="7811924" y="2910938"/>
            <a:ext cx="492438" cy="17515"/>
          </a:xfrm>
          <a:custGeom>
            <a:avLst/>
            <a:gdLst/>
            <a:ahLst/>
            <a:cxnLst/>
            <a:rect l="l" t="t" r="r" b="b"/>
            <a:pathLst>
              <a:path w="18781" h="668" extrusionOk="0">
                <a:moveTo>
                  <a:pt x="300" y="0"/>
                </a:moveTo>
                <a:cubicBezTo>
                  <a:pt x="134" y="0"/>
                  <a:pt x="0" y="167"/>
                  <a:pt x="0" y="334"/>
                </a:cubicBezTo>
                <a:cubicBezTo>
                  <a:pt x="0" y="501"/>
                  <a:pt x="134" y="667"/>
                  <a:pt x="300" y="667"/>
                </a:cubicBezTo>
                <a:lnTo>
                  <a:pt x="18447" y="667"/>
                </a:lnTo>
                <a:cubicBezTo>
                  <a:pt x="18647" y="667"/>
                  <a:pt x="18780" y="501"/>
                  <a:pt x="18780" y="334"/>
                </a:cubicBezTo>
                <a:cubicBezTo>
                  <a:pt x="18780" y="167"/>
                  <a:pt x="18647" y="0"/>
                  <a:pt x="18447"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7"/>
          <p:cNvSpPr/>
          <p:nvPr/>
        </p:nvSpPr>
        <p:spPr>
          <a:xfrm>
            <a:off x="7834656" y="2860202"/>
            <a:ext cx="79604" cy="16650"/>
          </a:xfrm>
          <a:custGeom>
            <a:avLst/>
            <a:gdLst/>
            <a:ahLst/>
            <a:cxnLst/>
            <a:rect l="l" t="t" r="r" b="b"/>
            <a:pathLst>
              <a:path w="3036" h="635" extrusionOk="0">
                <a:moveTo>
                  <a:pt x="301" y="1"/>
                </a:moveTo>
                <a:cubicBezTo>
                  <a:pt x="134" y="1"/>
                  <a:pt x="0" y="134"/>
                  <a:pt x="0" y="301"/>
                </a:cubicBezTo>
                <a:cubicBezTo>
                  <a:pt x="0" y="501"/>
                  <a:pt x="134" y="634"/>
                  <a:pt x="301"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7"/>
          <p:cNvSpPr/>
          <p:nvPr/>
        </p:nvSpPr>
        <p:spPr>
          <a:xfrm>
            <a:off x="7957969" y="2860202"/>
            <a:ext cx="80495" cy="16650"/>
          </a:xfrm>
          <a:custGeom>
            <a:avLst/>
            <a:gdLst/>
            <a:ahLst/>
            <a:cxnLst/>
            <a:rect l="l" t="t" r="r" b="b"/>
            <a:pathLst>
              <a:path w="3070" h="635" extrusionOk="0">
                <a:moveTo>
                  <a:pt x="334" y="1"/>
                </a:moveTo>
                <a:cubicBezTo>
                  <a:pt x="168" y="1"/>
                  <a:pt x="1" y="134"/>
                  <a:pt x="1" y="301"/>
                </a:cubicBezTo>
                <a:cubicBezTo>
                  <a:pt x="1" y="501"/>
                  <a:pt x="168" y="634"/>
                  <a:pt x="334" y="634"/>
                </a:cubicBezTo>
                <a:lnTo>
                  <a:pt x="2736" y="634"/>
                </a:lnTo>
                <a:cubicBezTo>
                  <a:pt x="2936" y="634"/>
                  <a:pt x="3070" y="501"/>
                  <a:pt x="3070" y="301"/>
                </a:cubicBezTo>
                <a:cubicBezTo>
                  <a:pt x="3070" y="134"/>
                  <a:pt x="2936"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7"/>
          <p:cNvSpPr/>
          <p:nvPr/>
        </p:nvSpPr>
        <p:spPr>
          <a:xfrm>
            <a:off x="8082172" y="2860202"/>
            <a:ext cx="79630" cy="16650"/>
          </a:xfrm>
          <a:custGeom>
            <a:avLst/>
            <a:gdLst/>
            <a:ahLst/>
            <a:cxnLst/>
            <a:rect l="l" t="t" r="r" b="b"/>
            <a:pathLst>
              <a:path w="3037" h="635" extrusionOk="0">
                <a:moveTo>
                  <a:pt x="334" y="1"/>
                </a:moveTo>
                <a:cubicBezTo>
                  <a:pt x="134" y="1"/>
                  <a:pt x="1" y="134"/>
                  <a:pt x="1" y="301"/>
                </a:cubicBezTo>
                <a:cubicBezTo>
                  <a:pt x="1" y="501"/>
                  <a:pt x="134" y="634"/>
                  <a:pt x="334"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7"/>
          <p:cNvSpPr/>
          <p:nvPr/>
        </p:nvSpPr>
        <p:spPr>
          <a:xfrm>
            <a:off x="8206376" y="2860202"/>
            <a:ext cx="79604" cy="16650"/>
          </a:xfrm>
          <a:custGeom>
            <a:avLst/>
            <a:gdLst/>
            <a:ahLst/>
            <a:cxnLst/>
            <a:rect l="l" t="t" r="r" b="b"/>
            <a:pathLst>
              <a:path w="3036" h="635" extrusionOk="0">
                <a:moveTo>
                  <a:pt x="300" y="1"/>
                </a:moveTo>
                <a:cubicBezTo>
                  <a:pt x="134" y="1"/>
                  <a:pt x="0" y="134"/>
                  <a:pt x="0" y="301"/>
                </a:cubicBezTo>
                <a:cubicBezTo>
                  <a:pt x="0" y="501"/>
                  <a:pt x="134" y="634"/>
                  <a:pt x="300" y="634"/>
                </a:cubicBezTo>
                <a:lnTo>
                  <a:pt x="2702" y="634"/>
                </a:lnTo>
                <a:cubicBezTo>
                  <a:pt x="2902" y="634"/>
                  <a:pt x="3036" y="501"/>
                  <a:pt x="3036" y="301"/>
                </a:cubicBezTo>
                <a:cubicBezTo>
                  <a:pt x="3036" y="134"/>
                  <a:pt x="2902" y="1"/>
                  <a:pt x="27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7"/>
          <p:cNvSpPr/>
          <p:nvPr/>
        </p:nvSpPr>
        <p:spPr>
          <a:xfrm>
            <a:off x="8329688" y="2860202"/>
            <a:ext cx="80495" cy="16650"/>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69" y="501"/>
                  <a:pt x="3069" y="301"/>
                </a:cubicBezTo>
                <a:cubicBezTo>
                  <a:pt x="3069"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7"/>
          <p:cNvSpPr/>
          <p:nvPr/>
        </p:nvSpPr>
        <p:spPr>
          <a:xfrm>
            <a:off x="8453892" y="2860202"/>
            <a:ext cx="54249" cy="16650"/>
          </a:xfrm>
          <a:custGeom>
            <a:avLst/>
            <a:gdLst/>
            <a:ahLst/>
            <a:cxnLst/>
            <a:rect l="l" t="t" r="r" b="b"/>
            <a:pathLst>
              <a:path w="2069" h="635" extrusionOk="0">
                <a:moveTo>
                  <a:pt x="301" y="1"/>
                </a:moveTo>
                <a:cubicBezTo>
                  <a:pt x="134" y="1"/>
                  <a:pt x="0" y="134"/>
                  <a:pt x="0" y="301"/>
                </a:cubicBezTo>
                <a:cubicBezTo>
                  <a:pt x="0" y="501"/>
                  <a:pt x="134" y="634"/>
                  <a:pt x="301" y="634"/>
                </a:cubicBezTo>
                <a:lnTo>
                  <a:pt x="1768" y="634"/>
                </a:lnTo>
                <a:cubicBezTo>
                  <a:pt x="1935" y="634"/>
                  <a:pt x="2068" y="501"/>
                  <a:pt x="2068" y="301"/>
                </a:cubicBezTo>
                <a:cubicBezTo>
                  <a:pt x="2068" y="134"/>
                  <a:pt x="1935"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7"/>
          <p:cNvSpPr/>
          <p:nvPr/>
        </p:nvSpPr>
        <p:spPr>
          <a:xfrm>
            <a:off x="8287710" y="826690"/>
            <a:ext cx="856293" cy="784581"/>
          </a:xfrm>
          <a:custGeom>
            <a:avLst/>
            <a:gdLst/>
            <a:ahLst/>
            <a:cxnLst/>
            <a:rect l="l" t="t" r="r" b="b"/>
            <a:pathLst>
              <a:path w="32658" h="29923" extrusionOk="0">
                <a:moveTo>
                  <a:pt x="1335" y="1"/>
                </a:moveTo>
                <a:cubicBezTo>
                  <a:pt x="601" y="1"/>
                  <a:pt x="0" y="601"/>
                  <a:pt x="0" y="1302"/>
                </a:cubicBezTo>
                <a:lnTo>
                  <a:pt x="0" y="28621"/>
                </a:lnTo>
                <a:cubicBezTo>
                  <a:pt x="0" y="29355"/>
                  <a:pt x="601" y="29922"/>
                  <a:pt x="1335" y="29922"/>
                </a:cubicBezTo>
                <a:lnTo>
                  <a:pt x="31356" y="29922"/>
                </a:lnTo>
                <a:cubicBezTo>
                  <a:pt x="32090" y="29922"/>
                  <a:pt x="32657" y="29355"/>
                  <a:pt x="32657" y="28621"/>
                </a:cubicBezTo>
                <a:lnTo>
                  <a:pt x="32657" y="1302"/>
                </a:lnTo>
                <a:cubicBezTo>
                  <a:pt x="32657" y="601"/>
                  <a:pt x="32090" y="1"/>
                  <a:pt x="31356" y="1"/>
                </a:cubicBezTo>
                <a:close/>
              </a:path>
            </a:pathLst>
          </a:custGeom>
          <a:solidFill>
            <a:srgbClr val="B8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7"/>
          <p:cNvSpPr/>
          <p:nvPr/>
        </p:nvSpPr>
        <p:spPr>
          <a:xfrm>
            <a:off x="8287710" y="819716"/>
            <a:ext cx="856293" cy="39382"/>
          </a:xfrm>
          <a:custGeom>
            <a:avLst/>
            <a:gdLst/>
            <a:ahLst/>
            <a:cxnLst/>
            <a:rect l="l" t="t" r="r" b="b"/>
            <a:pathLst>
              <a:path w="32658" h="1502" extrusionOk="0">
                <a:moveTo>
                  <a:pt x="1268" y="0"/>
                </a:moveTo>
                <a:cubicBezTo>
                  <a:pt x="568" y="0"/>
                  <a:pt x="0" y="567"/>
                  <a:pt x="0" y="1234"/>
                </a:cubicBezTo>
                <a:lnTo>
                  <a:pt x="0" y="1501"/>
                </a:lnTo>
                <a:cubicBezTo>
                  <a:pt x="0" y="834"/>
                  <a:pt x="568" y="267"/>
                  <a:pt x="1268" y="267"/>
                </a:cubicBezTo>
                <a:lnTo>
                  <a:pt x="31423" y="267"/>
                </a:lnTo>
                <a:cubicBezTo>
                  <a:pt x="32123" y="267"/>
                  <a:pt x="32657" y="834"/>
                  <a:pt x="32657" y="1501"/>
                </a:cubicBezTo>
                <a:lnTo>
                  <a:pt x="32657" y="1234"/>
                </a:lnTo>
                <a:cubicBezTo>
                  <a:pt x="32657" y="567"/>
                  <a:pt x="32123" y="0"/>
                  <a:pt x="31423" y="0"/>
                </a:cubicBezTo>
                <a:close/>
              </a:path>
            </a:pathLst>
          </a:custGeom>
          <a:solidFill>
            <a:srgbClr val="00A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7"/>
          <p:cNvSpPr/>
          <p:nvPr/>
        </p:nvSpPr>
        <p:spPr>
          <a:xfrm>
            <a:off x="8287710" y="826690"/>
            <a:ext cx="856293" cy="120743"/>
          </a:xfrm>
          <a:custGeom>
            <a:avLst/>
            <a:gdLst/>
            <a:ahLst/>
            <a:cxnLst/>
            <a:rect l="l" t="t" r="r" b="b"/>
            <a:pathLst>
              <a:path w="32658" h="4605" extrusionOk="0">
                <a:moveTo>
                  <a:pt x="1268" y="1"/>
                </a:moveTo>
                <a:cubicBezTo>
                  <a:pt x="568" y="1"/>
                  <a:pt x="0" y="568"/>
                  <a:pt x="0" y="1235"/>
                </a:cubicBezTo>
                <a:lnTo>
                  <a:pt x="0" y="4604"/>
                </a:lnTo>
                <a:lnTo>
                  <a:pt x="32657" y="4604"/>
                </a:lnTo>
                <a:lnTo>
                  <a:pt x="32657" y="1235"/>
                </a:lnTo>
                <a:cubicBezTo>
                  <a:pt x="32657" y="568"/>
                  <a:pt x="32123" y="1"/>
                  <a:pt x="31423" y="1"/>
                </a:cubicBezTo>
                <a:close/>
              </a:path>
            </a:pathLst>
          </a:custGeom>
          <a:solidFill>
            <a:srgbClr val="469A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7"/>
          <p:cNvSpPr/>
          <p:nvPr/>
        </p:nvSpPr>
        <p:spPr>
          <a:xfrm>
            <a:off x="8334932" y="983249"/>
            <a:ext cx="765336" cy="588665"/>
          </a:xfrm>
          <a:custGeom>
            <a:avLst/>
            <a:gdLst/>
            <a:ahLst/>
            <a:cxnLst/>
            <a:rect l="l" t="t" r="r" b="b"/>
            <a:pathLst>
              <a:path w="29189" h="22451" extrusionOk="0">
                <a:moveTo>
                  <a:pt x="28188" y="22450"/>
                </a:moveTo>
                <a:lnTo>
                  <a:pt x="1001" y="22450"/>
                </a:lnTo>
                <a:cubicBezTo>
                  <a:pt x="434" y="22450"/>
                  <a:pt x="1" y="22017"/>
                  <a:pt x="1" y="21450"/>
                </a:cubicBezTo>
                <a:lnTo>
                  <a:pt x="1" y="1002"/>
                </a:lnTo>
                <a:cubicBezTo>
                  <a:pt x="1" y="468"/>
                  <a:pt x="434" y="1"/>
                  <a:pt x="1001" y="1"/>
                </a:cubicBezTo>
                <a:lnTo>
                  <a:pt x="28188" y="1"/>
                </a:lnTo>
                <a:cubicBezTo>
                  <a:pt x="28755" y="1"/>
                  <a:pt x="29188" y="468"/>
                  <a:pt x="29188" y="1002"/>
                </a:cubicBezTo>
                <a:lnTo>
                  <a:pt x="29188" y="21450"/>
                </a:lnTo>
                <a:cubicBezTo>
                  <a:pt x="29188" y="22017"/>
                  <a:pt x="28755" y="22450"/>
                  <a:pt x="28188" y="22450"/>
                </a:cubicBezTo>
                <a:close/>
              </a:path>
            </a:pathLst>
          </a:custGeom>
          <a:solidFill>
            <a:srgbClr val="2408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7"/>
          <p:cNvSpPr/>
          <p:nvPr/>
        </p:nvSpPr>
        <p:spPr>
          <a:xfrm>
            <a:off x="8371666" y="1116211"/>
            <a:ext cx="544039" cy="13136"/>
          </a:xfrm>
          <a:custGeom>
            <a:avLst/>
            <a:gdLst/>
            <a:ahLst/>
            <a:cxnLst/>
            <a:rect l="l" t="t" r="r" b="b"/>
            <a:pathLst>
              <a:path w="20749" h="501" extrusionOk="0">
                <a:moveTo>
                  <a:pt x="234" y="0"/>
                </a:moveTo>
                <a:cubicBezTo>
                  <a:pt x="101" y="0"/>
                  <a:pt x="1" y="134"/>
                  <a:pt x="1" y="267"/>
                </a:cubicBezTo>
                <a:cubicBezTo>
                  <a:pt x="1" y="401"/>
                  <a:pt x="101" y="501"/>
                  <a:pt x="234" y="501"/>
                </a:cubicBezTo>
                <a:lnTo>
                  <a:pt x="20482" y="501"/>
                </a:lnTo>
                <a:cubicBezTo>
                  <a:pt x="20615" y="501"/>
                  <a:pt x="20749" y="401"/>
                  <a:pt x="20716" y="267"/>
                </a:cubicBezTo>
                <a:cubicBezTo>
                  <a:pt x="20716" y="134"/>
                  <a:pt x="20615" y="0"/>
                  <a:pt x="20482"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7"/>
          <p:cNvSpPr/>
          <p:nvPr/>
        </p:nvSpPr>
        <p:spPr>
          <a:xfrm>
            <a:off x="8948924" y="1116211"/>
            <a:ext cx="52492" cy="13136"/>
          </a:xfrm>
          <a:custGeom>
            <a:avLst/>
            <a:gdLst/>
            <a:ahLst/>
            <a:cxnLst/>
            <a:rect l="l" t="t" r="r" b="b"/>
            <a:pathLst>
              <a:path w="2002" h="501" extrusionOk="0">
                <a:moveTo>
                  <a:pt x="234" y="0"/>
                </a:moveTo>
                <a:cubicBezTo>
                  <a:pt x="101" y="0"/>
                  <a:pt x="0" y="134"/>
                  <a:pt x="0" y="267"/>
                </a:cubicBezTo>
                <a:cubicBezTo>
                  <a:pt x="0" y="401"/>
                  <a:pt x="101" y="501"/>
                  <a:pt x="234" y="501"/>
                </a:cubicBezTo>
                <a:lnTo>
                  <a:pt x="1735" y="501"/>
                </a:lnTo>
                <a:cubicBezTo>
                  <a:pt x="1868" y="501"/>
                  <a:pt x="2002" y="401"/>
                  <a:pt x="2002" y="267"/>
                </a:cubicBezTo>
                <a:cubicBezTo>
                  <a:pt x="2002" y="134"/>
                  <a:pt x="1868" y="0"/>
                  <a:pt x="173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7"/>
          <p:cNvSpPr/>
          <p:nvPr/>
        </p:nvSpPr>
        <p:spPr>
          <a:xfrm>
            <a:off x="9021527" y="1116211"/>
            <a:ext cx="42004" cy="13136"/>
          </a:xfrm>
          <a:custGeom>
            <a:avLst/>
            <a:gdLst/>
            <a:ahLst/>
            <a:cxnLst/>
            <a:rect l="l" t="t" r="r" b="b"/>
            <a:pathLst>
              <a:path w="1602" h="501" extrusionOk="0">
                <a:moveTo>
                  <a:pt x="234" y="0"/>
                </a:moveTo>
                <a:cubicBezTo>
                  <a:pt x="100" y="0"/>
                  <a:pt x="0" y="134"/>
                  <a:pt x="0" y="267"/>
                </a:cubicBezTo>
                <a:cubicBezTo>
                  <a:pt x="0" y="401"/>
                  <a:pt x="100" y="501"/>
                  <a:pt x="234" y="501"/>
                </a:cubicBezTo>
                <a:lnTo>
                  <a:pt x="1368" y="501"/>
                </a:lnTo>
                <a:cubicBezTo>
                  <a:pt x="1501" y="501"/>
                  <a:pt x="1601" y="401"/>
                  <a:pt x="1601" y="267"/>
                </a:cubicBezTo>
                <a:cubicBezTo>
                  <a:pt x="1601" y="134"/>
                  <a:pt x="1501" y="0"/>
                  <a:pt x="1368"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7"/>
          <p:cNvSpPr/>
          <p:nvPr/>
        </p:nvSpPr>
        <p:spPr>
          <a:xfrm>
            <a:off x="8371666" y="1176543"/>
            <a:ext cx="311389" cy="13162"/>
          </a:xfrm>
          <a:custGeom>
            <a:avLst/>
            <a:gdLst/>
            <a:ahLst/>
            <a:cxnLst/>
            <a:rect l="l" t="t" r="r" b="b"/>
            <a:pathLst>
              <a:path w="11876" h="502" extrusionOk="0">
                <a:moveTo>
                  <a:pt x="234" y="1"/>
                </a:moveTo>
                <a:cubicBezTo>
                  <a:pt x="101" y="1"/>
                  <a:pt x="1" y="134"/>
                  <a:pt x="1" y="268"/>
                </a:cubicBezTo>
                <a:cubicBezTo>
                  <a:pt x="1" y="401"/>
                  <a:pt x="101" y="501"/>
                  <a:pt x="234" y="501"/>
                </a:cubicBezTo>
                <a:lnTo>
                  <a:pt x="11609" y="501"/>
                </a:lnTo>
                <a:cubicBezTo>
                  <a:pt x="11742" y="501"/>
                  <a:pt x="11876" y="401"/>
                  <a:pt x="11876" y="268"/>
                </a:cubicBezTo>
                <a:cubicBezTo>
                  <a:pt x="11876" y="134"/>
                  <a:pt x="11742" y="1"/>
                  <a:pt x="1160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7"/>
          <p:cNvSpPr/>
          <p:nvPr/>
        </p:nvSpPr>
        <p:spPr>
          <a:xfrm>
            <a:off x="8687406" y="1176543"/>
            <a:ext cx="98876" cy="13162"/>
          </a:xfrm>
          <a:custGeom>
            <a:avLst/>
            <a:gdLst/>
            <a:ahLst/>
            <a:cxnLst/>
            <a:rect l="l" t="t" r="r" b="b"/>
            <a:pathLst>
              <a:path w="3771" h="502" extrusionOk="0">
                <a:moveTo>
                  <a:pt x="268" y="1"/>
                </a:moveTo>
                <a:cubicBezTo>
                  <a:pt x="134" y="1"/>
                  <a:pt x="1" y="134"/>
                  <a:pt x="1" y="268"/>
                </a:cubicBezTo>
                <a:cubicBezTo>
                  <a:pt x="1" y="401"/>
                  <a:pt x="134" y="501"/>
                  <a:pt x="268" y="501"/>
                </a:cubicBezTo>
                <a:lnTo>
                  <a:pt x="3537" y="501"/>
                </a:lnTo>
                <a:cubicBezTo>
                  <a:pt x="3670" y="501"/>
                  <a:pt x="3770" y="401"/>
                  <a:pt x="3770" y="268"/>
                </a:cubicBezTo>
                <a:cubicBezTo>
                  <a:pt x="3770" y="134"/>
                  <a:pt x="3670" y="1"/>
                  <a:pt x="3537"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7"/>
          <p:cNvSpPr/>
          <p:nvPr/>
        </p:nvSpPr>
        <p:spPr>
          <a:xfrm>
            <a:off x="8720653" y="1211546"/>
            <a:ext cx="65629" cy="12271"/>
          </a:xfrm>
          <a:custGeom>
            <a:avLst/>
            <a:gdLst/>
            <a:ahLst/>
            <a:cxnLst/>
            <a:rect l="l" t="t" r="r" b="b"/>
            <a:pathLst>
              <a:path w="2503" h="468" extrusionOk="0">
                <a:moveTo>
                  <a:pt x="234" y="0"/>
                </a:moveTo>
                <a:cubicBezTo>
                  <a:pt x="100" y="0"/>
                  <a:pt x="0" y="100"/>
                  <a:pt x="0" y="234"/>
                </a:cubicBezTo>
                <a:cubicBezTo>
                  <a:pt x="0" y="367"/>
                  <a:pt x="100" y="467"/>
                  <a:pt x="234" y="467"/>
                </a:cubicBezTo>
                <a:lnTo>
                  <a:pt x="2269" y="467"/>
                </a:lnTo>
                <a:cubicBezTo>
                  <a:pt x="2402" y="467"/>
                  <a:pt x="2502" y="367"/>
                  <a:pt x="2502" y="234"/>
                </a:cubicBezTo>
                <a:cubicBezTo>
                  <a:pt x="2502" y="100"/>
                  <a:pt x="2402" y="0"/>
                  <a:pt x="2269"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7"/>
          <p:cNvSpPr/>
          <p:nvPr/>
        </p:nvSpPr>
        <p:spPr>
          <a:xfrm>
            <a:off x="8688298" y="1211546"/>
            <a:ext cx="19245" cy="12271"/>
          </a:xfrm>
          <a:custGeom>
            <a:avLst/>
            <a:gdLst/>
            <a:ahLst/>
            <a:cxnLst/>
            <a:rect l="l" t="t" r="r" b="b"/>
            <a:pathLst>
              <a:path w="734" h="468" extrusionOk="0">
                <a:moveTo>
                  <a:pt x="234" y="0"/>
                </a:moveTo>
                <a:cubicBezTo>
                  <a:pt x="100" y="0"/>
                  <a:pt x="0" y="100"/>
                  <a:pt x="0" y="234"/>
                </a:cubicBezTo>
                <a:cubicBezTo>
                  <a:pt x="0" y="367"/>
                  <a:pt x="100" y="467"/>
                  <a:pt x="234" y="467"/>
                </a:cubicBezTo>
                <a:lnTo>
                  <a:pt x="467" y="467"/>
                </a:lnTo>
                <a:cubicBezTo>
                  <a:pt x="600" y="467"/>
                  <a:pt x="734" y="367"/>
                  <a:pt x="734" y="234"/>
                </a:cubicBezTo>
                <a:cubicBezTo>
                  <a:pt x="734" y="100"/>
                  <a:pt x="600" y="0"/>
                  <a:pt x="467"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7"/>
          <p:cNvSpPr/>
          <p:nvPr/>
        </p:nvSpPr>
        <p:spPr>
          <a:xfrm>
            <a:off x="8610451" y="1211546"/>
            <a:ext cx="59493" cy="12271"/>
          </a:xfrm>
          <a:custGeom>
            <a:avLst/>
            <a:gdLst/>
            <a:ahLst/>
            <a:cxnLst/>
            <a:rect l="l" t="t" r="r" b="b"/>
            <a:pathLst>
              <a:path w="2269" h="468" extrusionOk="0">
                <a:moveTo>
                  <a:pt x="234" y="0"/>
                </a:moveTo>
                <a:cubicBezTo>
                  <a:pt x="100" y="0"/>
                  <a:pt x="0" y="100"/>
                  <a:pt x="0" y="234"/>
                </a:cubicBezTo>
                <a:cubicBezTo>
                  <a:pt x="0" y="367"/>
                  <a:pt x="100" y="467"/>
                  <a:pt x="234" y="467"/>
                </a:cubicBezTo>
                <a:lnTo>
                  <a:pt x="2035" y="467"/>
                </a:lnTo>
                <a:cubicBezTo>
                  <a:pt x="2168" y="467"/>
                  <a:pt x="2269" y="367"/>
                  <a:pt x="2269" y="234"/>
                </a:cubicBezTo>
                <a:cubicBezTo>
                  <a:pt x="2269" y="100"/>
                  <a:pt x="2168" y="0"/>
                  <a:pt x="2035"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7"/>
          <p:cNvSpPr/>
          <p:nvPr/>
        </p:nvSpPr>
        <p:spPr>
          <a:xfrm>
            <a:off x="8526469" y="1211546"/>
            <a:ext cx="59519" cy="12271"/>
          </a:xfrm>
          <a:custGeom>
            <a:avLst/>
            <a:gdLst/>
            <a:ahLst/>
            <a:cxnLst/>
            <a:rect l="l" t="t" r="r" b="b"/>
            <a:pathLst>
              <a:path w="2270" h="468" extrusionOk="0">
                <a:moveTo>
                  <a:pt x="234" y="0"/>
                </a:moveTo>
                <a:cubicBezTo>
                  <a:pt x="101" y="0"/>
                  <a:pt x="1" y="100"/>
                  <a:pt x="1" y="234"/>
                </a:cubicBezTo>
                <a:cubicBezTo>
                  <a:pt x="1" y="367"/>
                  <a:pt x="101" y="467"/>
                  <a:pt x="234" y="467"/>
                </a:cubicBezTo>
                <a:lnTo>
                  <a:pt x="2036" y="467"/>
                </a:lnTo>
                <a:cubicBezTo>
                  <a:pt x="2169" y="467"/>
                  <a:pt x="2269" y="367"/>
                  <a:pt x="2269" y="234"/>
                </a:cubicBezTo>
                <a:cubicBezTo>
                  <a:pt x="2269" y="100"/>
                  <a:pt x="2169" y="0"/>
                  <a:pt x="2036"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7"/>
          <p:cNvSpPr/>
          <p:nvPr/>
        </p:nvSpPr>
        <p:spPr>
          <a:xfrm>
            <a:off x="8442513" y="1211546"/>
            <a:ext cx="59493" cy="12271"/>
          </a:xfrm>
          <a:custGeom>
            <a:avLst/>
            <a:gdLst/>
            <a:ahLst/>
            <a:cxnLst/>
            <a:rect l="l" t="t" r="r" b="b"/>
            <a:pathLst>
              <a:path w="2269" h="468" extrusionOk="0">
                <a:moveTo>
                  <a:pt x="234" y="0"/>
                </a:moveTo>
                <a:cubicBezTo>
                  <a:pt x="101" y="0"/>
                  <a:pt x="1" y="100"/>
                  <a:pt x="1" y="234"/>
                </a:cubicBezTo>
                <a:cubicBezTo>
                  <a:pt x="1" y="367"/>
                  <a:pt x="101" y="467"/>
                  <a:pt x="234" y="467"/>
                </a:cubicBezTo>
                <a:lnTo>
                  <a:pt x="2035" y="467"/>
                </a:lnTo>
                <a:cubicBezTo>
                  <a:pt x="2169" y="467"/>
                  <a:pt x="2269" y="367"/>
                  <a:pt x="2269" y="234"/>
                </a:cubicBezTo>
                <a:cubicBezTo>
                  <a:pt x="2269" y="100"/>
                  <a:pt x="2169" y="0"/>
                  <a:pt x="2035"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7"/>
          <p:cNvSpPr/>
          <p:nvPr/>
        </p:nvSpPr>
        <p:spPr>
          <a:xfrm>
            <a:off x="8442513" y="1253524"/>
            <a:ext cx="504683" cy="12271"/>
          </a:xfrm>
          <a:custGeom>
            <a:avLst/>
            <a:gdLst/>
            <a:ahLst/>
            <a:cxnLst/>
            <a:rect l="l" t="t" r="r" b="b"/>
            <a:pathLst>
              <a:path w="19248" h="468" extrusionOk="0">
                <a:moveTo>
                  <a:pt x="234" y="0"/>
                </a:moveTo>
                <a:cubicBezTo>
                  <a:pt x="101" y="0"/>
                  <a:pt x="1" y="100"/>
                  <a:pt x="1" y="234"/>
                </a:cubicBezTo>
                <a:cubicBezTo>
                  <a:pt x="1" y="367"/>
                  <a:pt x="101" y="467"/>
                  <a:pt x="234" y="467"/>
                </a:cubicBezTo>
                <a:lnTo>
                  <a:pt x="19014" y="467"/>
                </a:lnTo>
                <a:cubicBezTo>
                  <a:pt x="19148" y="467"/>
                  <a:pt x="19248" y="367"/>
                  <a:pt x="19248" y="234"/>
                </a:cubicBezTo>
                <a:cubicBezTo>
                  <a:pt x="19248" y="100"/>
                  <a:pt x="19148" y="0"/>
                  <a:pt x="190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7"/>
          <p:cNvSpPr/>
          <p:nvPr/>
        </p:nvSpPr>
        <p:spPr>
          <a:xfrm>
            <a:off x="8371666" y="1211546"/>
            <a:ext cx="29760" cy="12271"/>
          </a:xfrm>
          <a:custGeom>
            <a:avLst/>
            <a:gdLst/>
            <a:ahLst/>
            <a:cxnLst/>
            <a:rect l="l" t="t" r="r" b="b"/>
            <a:pathLst>
              <a:path w="1135" h="468" extrusionOk="0">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7"/>
          <p:cNvSpPr/>
          <p:nvPr/>
        </p:nvSpPr>
        <p:spPr>
          <a:xfrm>
            <a:off x="8371666" y="1253524"/>
            <a:ext cx="29760" cy="12271"/>
          </a:xfrm>
          <a:custGeom>
            <a:avLst/>
            <a:gdLst/>
            <a:ahLst/>
            <a:cxnLst/>
            <a:rect l="l" t="t" r="r" b="b"/>
            <a:pathLst>
              <a:path w="1135" h="468" extrusionOk="0">
                <a:moveTo>
                  <a:pt x="234" y="0"/>
                </a:moveTo>
                <a:cubicBezTo>
                  <a:pt x="101" y="0"/>
                  <a:pt x="1" y="100"/>
                  <a:pt x="1" y="234"/>
                </a:cubicBezTo>
                <a:cubicBezTo>
                  <a:pt x="1" y="367"/>
                  <a:pt x="101" y="467"/>
                  <a:pt x="234" y="467"/>
                </a:cubicBezTo>
                <a:lnTo>
                  <a:pt x="868" y="467"/>
                </a:lnTo>
                <a:cubicBezTo>
                  <a:pt x="1035" y="467"/>
                  <a:pt x="1135" y="367"/>
                  <a:pt x="1135" y="234"/>
                </a:cubicBezTo>
                <a:cubicBezTo>
                  <a:pt x="1135" y="100"/>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7"/>
          <p:cNvSpPr/>
          <p:nvPr/>
        </p:nvSpPr>
        <p:spPr>
          <a:xfrm>
            <a:off x="8371666" y="1295502"/>
            <a:ext cx="29760" cy="12271"/>
          </a:xfrm>
          <a:custGeom>
            <a:avLst/>
            <a:gdLst/>
            <a:ahLst/>
            <a:cxnLst/>
            <a:rect l="l" t="t" r="r" b="b"/>
            <a:pathLst>
              <a:path w="1135" h="468" extrusionOk="0">
                <a:moveTo>
                  <a:pt x="234" y="0"/>
                </a:moveTo>
                <a:cubicBezTo>
                  <a:pt x="101" y="0"/>
                  <a:pt x="1" y="101"/>
                  <a:pt x="1" y="234"/>
                </a:cubicBezTo>
                <a:cubicBezTo>
                  <a:pt x="1" y="367"/>
                  <a:pt x="101" y="467"/>
                  <a:pt x="234" y="467"/>
                </a:cubicBezTo>
                <a:lnTo>
                  <a:pt x="868" y="467"/>
                </a:lnTo>
                <a:cubicBezTo>
                  <a:pt x="1035" y="467"/>
                  <a:pt x="1135" y="367"/>
                  <a:pt x="1135" y="234"/>
                </a:cubicBezTo>
                <a:cubicBezTo>
                  <a:pt x="1135" y="101"/>
                  <a:pt x="1035" y="0"/>
                  <a:pt x="8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7"/>
          <p:cNvSpPr/>
          <p:nvPr/>
        </p:nvSpPr>
        <p:spPr>
          <a:xfrm>
            <a:off x="8977792" y="1253524"/>
            <a:ext cx="74360" cy="12271"/>
          </a:xfrm>
          <a:custGeom>
            <a:avLst/>
            <a:gdLst/>
            <a:ahLst/>
            <a:cxnLst/>
            <a:rect l="l" t="t" r="r" b="b"/>
            <a:pathLst>
              <a:path w="2836" h="468" extrusionOk="0">
                <a:moveTo>
                  <a:pt x="267" y="0"/>
                </a:moveTo>
                <a:cubicBezTo>
                  <a:pt x="134" y="0"/>
                  <a:pt x="0" y="100"/>
                  <a:pt x="0" y="234"/>
                </a:cubicBezTo>
                <a:cubicBezTo>
                  <a:pt x="0" y="367"/>
                  <a:pt x="134" y="467"/>
                  <a:pt x="267" y="467"/>
                </a:cubicBezTo>
                <a:lnTo>
                  <a:pt x="2602" y="467"/>
                </a:lnTo>
                <a:cubicBezTo>
                  <a:pt x="2736" y="467"/>
                  <a:pt x="2836" y="367"/>
                  <a:pt x="2836" y="234"/>
                </a:cubicBezTo>
                <a:cubicBezTo>
                  <a:pt x="2836" y="100"/>
                  <a:pt x="2736" y="0"/>
                  <a:pt x="26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7"/>
          <p:cNvSpPr/>
          <p:nvPr/>
        </p:nvSpPr>
        <p:spPr>
          <a:xfrm>
            <a:off x="8440756" y="1295502"/>
            <a:ext cx="213457" cy="12271"/>
          </a:xfrm>
          <a:custGeom>
            <a:avLst/>
            <a:gdLst/>
            <a:ahLst/>
            <a:cxnLst/>
            <a:rect l="l" t="t" r="r" b="b"/>
            <a:pathLst>
              <a:path w="8141" h="468" extrusionOk="0">
                <a:moveTo>
                  <a:pt x="234" y="0"/>
                </a:moveTo>
                <a:cubicBezTo>
                  <a:pt x="101" y="0"/>
                  <a:pt x="1" y="101"/>
                  <a:pt x="1" y="234"/>
                </a:cubicBezTo>
                <a:cubicBezTo>
                  <a:pt x="1" y="367"/>
                  <a:pt x="101" y="467"/>
                  <a:pt x="234" y="467"/>
                </a:cubicBezTo>
                <a:lnTo>
                  <a:pt x="7873" y="467"/>
                </a:lnTo>
                <a:cubicBezTo>
                  <a:pt x="8007" y="467"/>
                  <a:pt x="8140" y="367"/>
                  <a:pt x="8140" y="234"/>
                </a:cubicBezTo>
                <a:cubicBezTo>
                  <a:pt x="8140" y="101"/>
                  <a:pt x="8007" y="0"/>
                  <a:pt x="78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7"/>
          <p:cNvSpPr/>
          <p:nvPr/>
        </p:nvSpPr>
        <p:spPr>
          <a:xfrm>
            <a:off x="8720653" y="1349725"/>
            <a:ext cx="240542" cy="13136"/>
          </a:xfrm>
          <a:custGeom>
            <a:avLst/>
            <a:gdLst/>
            <a:ahLst/>
            <a:cxnLst/>
            <a:rect l="l" t="t" r="r" b="b"/>
            <a:pathLst>
              <a:path w="9174" h="501" extrusionOk="0">
                <a:moveTo>
                  <a:pt x="234" y="1"/>
                </a:moveTo>
                <a:cubicBezTo>
                  <a:pt x="100" y="1"/>
                  <a:pt x="0" y="134"/>
                  <a:pt x="0" y="267"/>
                </a:cubicBezTo>
                <a:cubicBezTo>
                  <a:pt x="0" y="401"/>
                  <a:pt x="100" y="501"/>
                  <a:pt x="234" y="501"/>
                </a:cubicBezTo>
                <a:lnTo>
                  <a:pt x="8940" y="501"/>
                </a:lnTo>
                <a:cubicBezTo>
                  <a:pt x="9073" y="501"/>
                  <a:pt x="9173" y="401"/>
                  <a:pt x="9173" y="267"/>
                </a:cubicBezTo>
                <a:cubicBezTo>
                  <a:pt x="9173" y="134"/>
                  <a:pt x="9073" y="1"/>
                  <a:pt x="89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7"/>
          <p:cNvSpPr/>
          <p:nvPr/>
        </p:nvSpPr>
        <p:spPr>
          <a:xfrm>
            <a:off x="8882456" y="1320857"/>
            <a:ext cx="78739" cy="13162"/>
          </a:xfrm>
          <a:custGeom>
            <a:avLst/>
            <a:gdLst/>
            <a:ahLst/>
            <a:cxnLst/>
            <a:rect l="l" t="t" r="r" b="b"/>
            <a:pathLst>
              <a:path w="3003" h="502" extrusionOk="0">
                <a:moveTo>
                  <a:pt x="267" y="1"/>
                </a:moveTo>
                <a:cubicBezTo>
                  <a:pt x="134" y="1"/>
                  <a:pt x="0" y="101"/>
                  <a:pt x="0" y="268"/>
                </a:cubicBezTo>
                <a:cubicBezTo>
                  <a:pt x="0" y="401"/>
                  <a:pt x="134" y="501"/>
                  <a:pt x="267" y="501"/>
                </a:cubicBezTo>
                <a:lnTo>
                  <a:pt x="2769" y="501"/>
                </a:lnTo>
                <a:cubicBezTo>
                  <a:pt x="2902" y="501"/>
                  <a:pt x="3002" y="401"/>
                  <a:pt x="3002" y="268"/>
                </a:cubicBezTo>
                <a:cubicBezTo>
                  <a:pt x="3002" y="101"/>
                  <a:pt x="2902" y="1"/>
                  <a:pt x="27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7"/>
          <p:cNvSpPr/>
          <p:nvPr/>
        </p:nvSpPr>
        <p:spPr>
          <a:xfrm>
            <a:off x="8371666" y="1058474"/>
            <a:ext cx="251922" cy="13162"/>
          </a:xfrm>
          <a:custGeom>
            <a:avLst/>
            <a:gdLst/>
            <a:ahLst/>
            <a:cxnLst/>
            <a:rect l="l" t="t" r="r" b="b"/>
            <a:pathLst>
              <a:path w="9608" h="502" extrusionOk="0">
                <a:moveTo>
                  <a:pt x="234" y="1"/>
                </a:moveTo>
                <a:cubicBezTo>
                  <a:pt x="101" y="1"/>
                  <a:pt x="1" y="101"/>
                  <a:pt x="1" y="234"/>
                </a:cubicBezTo>
                <a:cubicBezTo>
                  <a:pt x="1" y="368"/>
                  <a:pt x="101" y="501"/>
                  <a:pt x="234" y="501"/>
                </a:cubicBezTo>
                <a:lnTo>
                  <a:pt x="9341" y="501"/>
                </a:lnTo>
                <a:cubicBezTo>
                  <a:pt x="9474" y="501"/>
                  <a:pt x="9608" y="368"/>
                  <a:pt x="9608" y="234"/>
                </a:cubicBezTo>
                <a:cubicBezTo>
                  <a:pt x="9608" y="101"/>
                  <a:pt x="9474" y="1"/>
                  <a:pt x="9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7"/>
          <p:cNvSpPr/>
          <p:nvPr/>
        </p:nvSpPr>
        <p:spPr>
          <a:xfrm>
            <a:off x="8371666" y="1467793"/>
            <a:ext cx="406725" cy="12271"/>
          </a:xfrm>
          <a:custGeom>
            <a:avLst/>
            <a:gdLst/>
            <a:ahLst/>
            <a:cxnLst/>
            <a:rect l="l" t="t" r="r" b="b"/>
            <a:pathLst>
              <a:path w="15512" h="468" extrusionOk="0">
                <a:moveTo>
                  <a:pt x="234" y="1"/>
                </a:moveTo>
                <a:cubicBezTo>
                  <a:pt x="101" y="1"/>
                  <a:pt x="1" y="101"/>
                  <a:pt x="1" y="234"/>
                </a:cubicBezTo>
                <a:cubicBezTo>
                  <a:pt x="1" y="368"/>
                  <a:pt x="101" y="468"/>
                  <a:pt x="234" y="468"/>
                </a:cubicBezTo>
                <a:lnTo>
                  <a:pt x="15278" y="468"/>
                </a:lnTo>
                <a:cubicBezTo>
                  <a:pt x="15412" y="468"/>
                  <a:pt x="15512" y="368"/>
                  <a:pt x="15512" y="234"/>
                </a:cubicBezTo>
                <a:cubicBezTo>
                  <a:pt x="15512" y="101"/>
                  <a:pt x="15412" y="1"/>
                  <a:pt x="15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7"/>
          <p:cNvSpPr/>
          <p:nvPr/>
        </p:nvSpPr>
        <p:spPr>
          <a:xfrm>
            <a:off x="8741629" y="1392595"/>
            <a:ext cx="120743" cy="12271"/>
          </a:xfrm>
          <a:custGeom>
            <a:avLst/>
            <a:gdLst/>
            <a:ahLst/>
            <a:cxnLst/>
            <a:rect l="l" t="t" r="r" b="b"/>
            <a:pathLst>
              <a:path w="4605" h="468" extrusionOk="0">
                <a:moveTo>
                  <a:pt x="268" y="0"/>
                </a:moveTo>
                <a:cubicBezTo>
                  <a:pt x="134" y="0"/>
                  <a:pt x="1" y="100"/>
                  <a:pt x="1" y="234"/>
                </a:cubicBezTo>
                <a:cubicBezTo>
                  <a:pt x="1" y="367"/>
                  <a:pt x="134" y="467"/>
                  <a:pt x="268" y="467"/>
                </a:cubicBezTo>
                <a:lnTo>
                  <a:pt x="4371" y="467"/>
                </a:lnTo>
                <a:cubicBezTo>
                  <a:pt x="4504" y="467"/>
                  <a:pt x="4604" y="367"/>
                  <a:pt x="4604" y="234"/>
                </a:cubicBezTo>
                <a:cubicBezTo>
                  <a:pt x="4604" y="100"/>
                  <a:pt x="4504" y="0"/>
                  <a:pt x="4371"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7"/>
          <p:cNvSpPr/>
          <p:nvPr/>
        </p:nvSpPr>
        <p:spPr>
          <a:xfrm>
            <a:off x="8902567" y="1392595"/>
            <a:ext cx="160965" cy="12271"/>
          </a:xfrm>
          <a:custGeom>
            <a:avLst/>
            <a:gdLst/>
            <a:ahLst/>
            <a:cxnLst/>
            <a:rect l="l" t="t" r="r" b="b"/>
            <a:pathLst>
              <a:path w="6139" h="468" extrusionOk="0">
                <a:moveTo>
                  <a:pt x="234" y="0"/>
                </a:moveTo>
                <a:cubicBezTo>
                  <a:pt x="101" y="0"/>
                  <a:pt x="1" y="100"/>
                  <a:pt x="1" y="234"/>
                </a:cubicBezTo>
                <a:cubicBezTo>
                  <a:pt x="1" y="367"/>
                  <a:pt x="101" y="467"/>
                  <a:pt x="234" y="467"/>
                </a:cubicBezTo>
                <a:lnTo>
                  <a:pt x="5905" y="467"/>
                </a:lnTo>
                <a:cubicBezTo>
                  <a:pt x="6038" y="467"/>
                  <a:pt x="6138" y="367"/>
                  <a:pt x="6138" y="234"/>
                </a:cubicBezTo>
                <a:cubicBezTo>
                  <a:pt x="6138" y="100"/>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7"/>
          <p:cNvSpPr/>
          <p:nvPr/>
        </p:nvSpPr>
        <p:spPr>
          <a:xfrm>
            <a:off x="8902567" y="1452062"/>
            <a:ext cx="160965" cy="13136"/>
          </a:xfrm>
          <a:custGeom>
            <a:avLst/>
            <a:gdLst/>
            <a:ahLst/>
            <a:cxnLst/>
            <a:rect l="l" t="t" r="r" b="b"/>
            <a:pathLst>
              <a:path w="6139" h="501" extrusionOk="0">
                <a:moveTo>
                  <a:pt x="234" y="0"/>
                </a:moveTo>
                <a:cubicBezTo>
                  <a:pt x="101" y="0"/>
                  <a:pt x="1" y="134"/>
                  <a:pt x="1" y="267"/>
                </a:cubicBezTo>
                <a:cubicBezTo>
                  <a:pt x="1" y="401"/>
                  <a:pt x="101" y="501"/>
                  <a:pt x="234" y="501"/>
                </a:cubicBezTo>
                <a:lnTo>
                  <a:pt x="5905" y="501"/>
                </a:lnTo>
                <a:cubicBezTo>
                  <a:pt x="6038" y="501"/>
                  <a:pt x="6138" y="401"/>
                  <a:pt x="6138" y="267"/>
                </a:cubicBezTo>
                <a:cubicBezTo>
                  <a:pt x="6138" y="134"/>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7"/>
          <p:cNvSpPr/>
          <p:nvPr/>
        </p:nvSpPr>
        <p:spPr>
          <a:xfrm>
            <a:off x="8371666" y="1508906"/>
            <a:ext cx="61250" cy="13136"/>
          </a:xfrm>
          <a:custGeom>
            <a:avLst/>
            <a:gdLst/>
            <a:ahLst/>
            <a:cxnLst/>
            <a:rect l="l" t="t" r="r" b="b"/>
            <a:pathLst>
              <a:path w="2336" h="501" extrusionOk="0">
                <a:moveTo>
                  <a:pt x="234" y="1"/>
                </a:moveTo>
                <a:cubicBezTo>
                  <a:pt x="101" y="1"/>
                  <a:pt x="1" y="101"/>
                  <a:pt x="1" y="267"/>
                </a:cubicBezTo>
                <a:cubicBezTo>
                  <a:pt x="1" y="401"/>
                  <a:pt x="101" y="501"/>
                  <a:pt x="234" y="501"/>
                </a:cubicBezTo>
                <a:lnTo>
                  <a:pt x="2102" y="501"/>
                </a:lnTo>
                <a:cubicBezTo>
                  <a:pt x="2236" y="501"/>
                  <a:pt x="2336" y="401"/>
                  <a:pt x="2336" y="267"/>
                </a:cubicBezTo>
                <a:cubicBezTo>
                  <a:pt x="2336" y="101"/>
                  <a:pt x="2236" y="1"/>
                  <a:pt x="21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7"/>
          <p:cNvSpPr/>
          <p:nvPr/>
        </p:nvSpPr>
        <p:spPr>
          <a:xfrm>
            <a:off x="8448648" y="1508906"/>
            <a:ext cx="378722" cy="13136"/>
          </a:xfrm>
          <a:custGeom>
            <a:avLst/>
            <a:gdLst/>
            <a:ahLst/>
            <a:cxnLst/>
            <a:rect l="l" t="t" r="r" b="b"/>
            <a:pathLst>
              <a:path w="14444" h="501" extrusionOk="0">
                <a:moveTo>
                  <a:pt x="267" y="1"/>
                </a:moveTo>
                <a:cubicBezTo>
                  <a:pt x="134" y="1"/>
                  <a:pt x="0" y="101"/>
                  <a:pt x="0" y="267"/>
                </a:cubicBezTo>
                <a:cubicBezTo>
                  <a:pt x="0" y="401"/>
                  <a:pt x="134" y="501"/>
                  <a:pt x="267" y="501"/>
                </a:cubicBezTo>
                <a:lnTo>
                  <a:pt x="14210" y="501"/>
                </a:lnTo>
                <a:cubicBezTo>
                  <a:pt x="14344" y="501"/>
                  <a:pt x="14444" y="401"/>
                  <a:pt x="14444" y="267"/>
                </a:cubicBezTo>
                <a:cubicBezTo>
                  <a:pt x="14444" y="101"/>
                  <a:pt x="14344" y="1"/>
                  <a:pt x="14210"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478;p27">
            <a:extLst>
              <a:ext uri="{FF2B5EF4-FFF2-40B4-BE49-F238E27FC236}">
                <a16:creationId xmlns:a16="http://schemas.microsoft.com/office/drawing/2014/main" id="{DD91C664-57B6-6DDF-0676-8CC6CD31A9C1}"/>
              </a:ext>
            </a:extLst>
          </p:cNvPr>
          <p:cNvSpPr txBox="1">
            <a:spLocks/>
          </p:cNvSpPr>
          <p:nvPr/>
        </p:nvSpPr>
        <p:spPr>
          <a:xfrm>
            <a:off x="719998" y="3763844"/>
            <a:ext cx="4342655" cy="4020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800"/>
              <a:buFont typeface="Roboto"/>
              <a:buNone/>
              <a:defRPr sz="1800" b="0" i="0" u="none" strike="noStrike" cap="none">
                <a:solidFill>
                  <a:schemeClr val="dk1"/>
                </a:solidFill>
                <a:latin typeface="Roboto"/>
                <a:ea typeface="Roboto"/>
                <a:cs typeface="Roboto"/>
                <a:sym typeface="Roboto"/>
              </a:defRPr>
            </a:lvl1pPr>
            <a:lvl2pPr marL="914400" marR="0" lvl="1" indent="-317500" algn="ctr"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2pPr>
            <a:lvl3pPr marL="1371600" marR="0" lvl="2" indent="-317500" algn="ctr"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3pPr>
            <a:lvl4pPr marL="1828800" marR="0" lvl="3" indent="-317500" algn="ctr"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4pPr>
            <a:lvl5pPr marL="2286000" marR="0" lvl="4" indent="-317500" algn="ctr"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5pPr>
            <a:lvl6pPr marL="2743200" marR="0" lvl="5" indent="-317500" algn="ctr"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6pPr>
            <a:lvl7pPr marL="3200400" marR="0" lvl="6" indent="-317500" algn="ctr"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7pPr>
            <a:lvl8pPr marL="3657600" marR="0" lvl="7" indent="-317500" algn="ctr"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8pPr>
            <a:lvl9pPr marL="4114800" marR="0" lvl="8" indent="-317500" algn="ctr"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9pPr>
          </a:lstStyle>
          <a:p>
            <a:pPr marL="0" indent="0"/>
            <a:r>
              <a:rPr lang="en-US" sz="1600" dirty="0">
                <a:latin typeface="Cambria" panose="02040503050406030204" pitchFamily="18" charset="0"/>
                <a:ea typeface="Cambria" panose="02040503050406030204" pitchFamily="18" charset="0"/>
              </a:rPr>
              <a:t>By </a:t>
            </a:r>
            <a:r>
              <a:rPr lang="en-US" sz="1600" dirty="0" err="1">
                <a:latin typeface="Cambria" panose="02040503050406030204" pitchFamily="18" charset="0"/>
                <a:ea typeface="Cambria" panose="02040503050406030204" pitchFamily="18" charset="0"/>
              </a:rPr>
              <a:t>Kelompok</a:t>
            </a:r>
            <a:r>
              <a:rPr lang="en-US" sz="1600" dirty="0">
                <a:latin typeface="Cambria" panose="02040503050406030204" pitchFamily="18" charset="0"/>
                <a:ea typeface="Cambria" panose="02040503050406030204" pitchFamily="18" charset="0"/>
              </a:rPr>
              <a:t>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673" name="Google Shape;673;p29"/>
          <p:cNvSpPr txBox="1">
            <a:spLocks noGrp="1"/>
          </p:cNvSpPr>
          <p:nvPr>
            <p:ph type="title"/>
          </p:nvPr>
        </p:nvSpPr>
        <p:spPr>
          <a:xfrm>
            <a:off x="2304031" y="307822"/>
            <a:ext cx="3405951" cy="82788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Anggota Kelompok</a:t>
            </a:r>
            <a:endParaRPr sz="3600" dirty="0"/>
          </a:p>
        </p:txBody>
      </p:sp>
      <p:sp>
        <p:nvSpPr>
          <p:cNvPr id="675" name="Google Shape;675;p29"/>
          <p:cNvSpPr txBox="1">
            <a:spLocks noGrp="1"/>
          </p:cNvSpPr>
          <p:nvPr>
            <p:ph type="title" idx="2"/>
          </p:nvPr>
        </p:nvSpPr>
        <p:spPr>
          <a:xfrm>
            <a:off x="495702" y="1467617"/>
            <a:ext cx="3616657" cy="38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Novri Ilyasah</a:t>
            </a:r>
            <a:br>
              <a:rPr lang="en" sz="2400" dirty="0"/>
            </a:br>
            <a:r>
              <a:rPr lang="en" sz="2400" dirty="0"/>
              <a:t>251402005</a:t>
            </a:r>
          </a:p>
        </p:txBody>
      </p:sp>
      <p:sp>
        <p:nvSpPr>
          <p:cNvPr id="678" name="Google Shape;678;p29"/>
          <p:cNvSpPr txBox="1">
            <a:spLocks noGrp="1"/>
          </p:cNvSpPr>
          <p:nvPr>
            <p:ph type="title" idx="5"/>
          </p:nvPr>
        </p:nvSpPr>
        <p:spPr>
          <a:xfrm>
            <a:off x="4572000" y="1490528"/>
            <a:ext cx="5522445" cy="38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Muhammad Dzakwan Ismail Rangkuti</a:t>
            </a:r>
            <a:br>
              <a:rPr lang="en" sz="2400" dirty="0"/>
            </a:br>
            <a:r>
              <a:rPr lang="en" sz="2400" dirty="0"/>
              <a:t>251402014 </a:t>
            </a:r>
            <a:endParaRPr sz="2400" dirty="0"/>
          </a:p>
        </p:txBody>
      </p:sp>
      <p:sp>
        <p:nvSpPr>
          <p:cNvPr id="681" name="Google Shape;681;p29"/>
          <p:cNvSpPr txBox="1">
            <a:spLocks noGrp="1"/>
          </p:cNvSpPr>
          <p:nvPr>
            <p:ph type="title" idx="8"/>
          </p:nvPr>
        </p:nvSpPr>
        <p:spPr>
          <a:xfrm>
            <a:off x="472143" y="3263272"/>
            <a:ext cx="3929148" cy="38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Muhammad Ihsan Anwar</a:t>
            </a:r>
            <a:br>
              <a:rPr lang="en" dirty="0"/>
            </a:br>
            <a:r>
              <a:rPr lang="en" sz="2400" dirty="0"/>
              <a:t>251402044</a:t>
            </a:r>
            <a:endParaRPr sz="2400" dirty="0"/>
          </a:p>
        </p:txBody>
      </p:sp>
      <p:sp>
        <p:nvSpPr>
          <p:cNvPr id="684" name="Google Shape;684;p29"/>
          <p:cNvSpPr txBox="1">
            <a:spLocks noGrp="1"/>
          </p:cNvSpPr>
          <p:nvPr>
            <p:ph type="title" idx="14"/>
          </p:nvPr>
        </p:nvSpPr>
        <p:spPr>
          <a:xfrm>
            <a:off x="4572000" y="3263272"/>
            <a:ext cx="4226108" cy="38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Andika Chairul Ilham</a:t>
            </a:r>
            <a:br>
              <a:rPr lang="en" dirty="0"/>
            </a:br>
            <a:r>
              <a:rPr lang="en" sz="2400" dirty="0"/>
              <a:t>251402047</a:t>
            </a:r>
            <a:endParaRPr sz="24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65"/>
        <p:cNvGrpSpPr/>
        <p:nvPr/>
      </p:nvGrpSpPr>
      <p:grpSpPr>
        <a:xfrm>
          <a:off x="0" y="0"/>
          <a:ext cx="0" cy="0"/>
          <a:chOff x="0" y="0"/>
          <a:chExt cx="0" cy="0"/>
        </a:xfrm>
      </p:grpSpPr>
      <p:sp>
        <p:nvSpPr>
          <p:cNvPr id="666" name="Google Shape;666;p28"/>
          <p:cNvSpPr txBox="1">
            <a:spLocks noGrp="1"/>
          </p:cNvSpPr>
          <p:nvPr>
            <p:ph type="title"/>
          </p:nvPr>
        </p:nvSpPr>
        <p:spPr>
          <a:xfrm>
            <a:off x="1069405" y="66786"/>
            <a:ext cx="7704000" cy="572700"/>
          </a:xfrm>
          <a:prstGeom prst="rect">
            <a:avLst/>
          </a:prstGeom>
        </p:spPr>
        <p:txBody>
          <a:bodyPr spcFirstLastPara="1" wrap="square" lIns="91425" tIns="91425" rIns="91425" bIns="91425" anchor="t" anchorCtr="0">
            <a:noAutofit/>
          </a:bodyPr>
          <a:lstStyle/>
          <a:p>
            <a:r>
              <a:rPr lang="en" dirty="0"/>
              <a:t>Latar Belakang</a:t>
            </a:r>
          </a:p>
          <a:p>
            <a:pPr marL="0" lvl="0" indent="0" algn="l" rtl="0">
              <a:spcBef>
                <a:spcPts val="0"/>
              </a:spcBef>
              <a:spcAft>
                <a:spcPts val="0"/>
              </a:spcAft>
              <a:buNone/>
            </a:pPr>
            <a:endParaRPr dirty="0"/>
          </a:p>
        </p:txBody>
      </p:sp>
      <p:sp>
        <p:nvSpPr>
          <p:cNvPr id="667" name="Google Shape;667;p28"/>
          <p:cNvSpPr txBox="1">
            <a:spLocks noGrp="1"/>
          </p:cNvSpPr>
          <p:nvPr>
            <p:ph type="body" idx="1"/>
          </p:nvPr>
        </p:nvSpPr>
        <p:spPr>
          <a:xfrm>
            <a:off x="905853" y="639486"/>
            <a:ext cx="7029435" cy="3135572"/>
          </a:xfrm>
          <a:prstGeom prst="rect">
            <a:avLst/>
          </a:prstGeom>
        </p:spPr>
        <p:txBody>
          <a:bodyPr spcFirstLastPara="1" wrap="square" lIns="91425" tIns="91425" rIns="91425" bIns="91425" anchor="t" anchorCtr="0">
            <a:noAutofit/>
          </a:bodyPr>
          <a:lstStyle/>
          <a:p>
            <a:pPr marL="152400" indent="0">
              <a:buNone/>
            </a:pPr>
            <a:r>
              <a:rPr lang="en-US" dirty="0" err="1"/>
              <a:t>Perkembangan</a:t>
            </a:r>
            <a:r>
              <a:rPr lang="en-US" dirty="0"/>
              <a:t> </a:t>
            </a:r>
            <a:r>
              <a:rPr lang="en-US" dirty="0" err="1"/>
              <a:t>teknologi</a:t>
            </a:r>
            <a:r>
              <a:rPr lang="en-US" dirty="0"/>
              <a:t> </a:t>
            </a:r>
            <a:r>
              <a:rPr lang="en-US" dirty="0" err="1"/>
              <a:t>informasi</a:t>
            </a:r>
            <a:r>
              <a:rPr lang="en-US" dirty="0"/>
              <a:t> dan internet </a:t>
            </a:r>
            <a:r>
              <a:rPr lang="en-US" dirty="0" err="1"/>
              <a:t>telah</a:t>
            </a:r>
            <a:r>
              <a:rPr lang="en-US" dirty="0"/>
              <a:t> </a:t>
            </a:r>
            <a:r>
              <a:rPr lang="en-US" dirty="0" err="1"/>
              <a:t>mendorong</a:t>
            </a:r>
            <a:r>
              <a:rPr lang="en-US" dirty="0"/>
              <a:t> </a:t>
            </a:r>
            <a:r>
              <a:rPr lang="en-US" dirty="0" err="1"/>
              <a:t>pertumbuhan</a:t>
            </a:r>
            <a:r>
              <a:rPr lang="en-US" dirty="0"/>
              <a:t> </a:t>
            </a:r>
            <a:r>
              <a:rPr lang="en-US" dirty="0" err="1"/>
              <a:t>perdagangan</a:t>
            </a:r>
            <a:r>
              <a:rPr lang="en-US" dirty="0"/>
              <a:t> digital, </a:t>
            </a:r>
            <a:r>
              <a:rPr lang="en-US" dirty="0" err="1"/>
              <a:t>termasuk</a:t>
            </a:r>
            <a:r>
              <a:rPr lang="en-US" dirty="0"/>
              <a:t> pada </a:t>
            </a:r>
            <a:r>
              <a:rPr lang="en-US" dirty="0" err="1"/>
              <a:t>industri</a:t>
            </a:r>
            <a:r>
              <a:rPr lang="en-US" dirty="0"/>
              <a:t> game. </a:t>
            </a:r>
            <a:r>
              <a:rPr lang="en-US" dirty="0" err="1"/>
              <a:t>Kebutuhan</a:t>
            </a:r>
            <a:r>
              <a:rPr lang="en-US" dirty="0"/>
              <a:t> </a:t>
            </a:r>
            <a:r>
              <a:rPr lang="en-US" dirty="0" err="1"/>
              <a:t>akan</a:t>
            </a:r>
            <a:r>
              <a:rPr lang="en-US" dirty="0"/>
              <a:t> item game, voucher, </a:t>
            </a:r>
            <a:r>
              <a:rPr lang="en-US" dirty="0" err="1"/>
              <a:t>akun</a:t>
            </a:r>
            <a:r>
              <a:rPr lang="en-US" dirty="0"/>
              <a:t> game, game key, dan </a:t>
            </a:r>
            <a:r>
              <a:rPr lang="en-US" dirty="0" err="1"/>
              <a:t>layanan</a:t>
            </a:r>
            <a:r>
              <a:rPr lang="en-US" dirty="0"/>
              <a:t> top up </a:t>
            </a:r>
            <a:r>
              <a:rPr lang="en-US" dirty="0" err="1"/>
              <a:t>terus</a:t>
            </a:r>
            <a:r>
              <a:rPr lang="en-US" dirty="0"/>
              <a:t> </a:t>
            </a:r>
            <a:r>
              <a:rPr lang="en-US" dirty="0" err="1"/>
              <a:t>meningkat</a:t>
            </a:r>
            <a:r>
              <a:rPr lang="en-US" dirty="0"/>
              <a:t> </a:t>
            </a:r>
            <a:r>
              <a:rPr lang="en-US" dirty="0" err="1"/>
              <a:t>sehingga</a:t>
            </a:r>
            <a:r>
              <a:rPr lang="en-US" dirty="0"/>
              <a:t> </a:t>
            </a:r>
            <a:r>
              <a:rPr lang="en-US" dirty="0" err="1"/>
              <a:t>melahirkan</a:t>
            </a:r>
            <a:r>
              <a:rPr lang="en-US" dirty="0"/>
              <a:t> </a:t>
            </a:r>
            <a:r>
              <a:rPr lang="en-US" dirty="0" err="1"/>
              <a:t>berbagai</a:t>
            </a:r>
            <a:r>
              <a:rPr lang="en-US" dirty="0"/>
              <a:t> platform marketplace digital.</a:t>
            </a:r>
          </a:p>
          <a:p>
            <a:pPr marL="152400" indent="0">
              <a:buNone/>
            </a:pPr>
            <a:endParaRPr lang="en-US" dirty="0"/>
          </a:p>
          <a:p>
            <a:pPr marL="152400" indent="0">
              <a:buNone/>
            </a:pPr>
            <a:r>
              <a:rPr lang="en-US" dirty="0"/>
              <a:t>Marketplace digital </a:t>
            </a:r>
            <a:r>
              <a:rPr lang="en-US" dirty="0" err="1"/>
              <a:t>merupakan</a:t>
            </a:r>
            <a:r>
              <a:rPr lang="en-US" dirty="0"/>
              <a:t> platform yang </a:t>
            </a:r>
            <a:r>
              <a:rPr lang="en-US" dirty="0" err="1"/>
              <a:t>mempertemukan</a:t>
            </a:r>
            <a:r>
              <a:rPr lang="en-US" dirty="0"/>
              <a:t> </a:t>
            </a:r>
            <a:r>
              <a:rPr lang="en-US" dirty="0" err="1"/>
              <a:t>penjual</a:t>
            </a:r>
            <a:r>
              <a:rPr lang="en-US" dirty="0"/>
              <a:t> dan </a:t>
            </a:r>
            <a:r>
              <a:rPr lang="en-US" dirty="0" err="1"/>
              <a:t>pembeli</a:t>
            </a:r>
            <a:r>
              <a:rPr lang="en-US" dirty="0"/>
              <a:t> </a:t>
            </a:r>
            <a:r>
              <a:rPr lang="en-US" dirty="0" err="1"/>
              <a:t>dalam</a:t>
            </a:r>
            <a:r>
              <a:rPr lang="en-US" dirty="0"/>
              <a:t> </a:t>
            </a:r>
            <a:r>
              <a:rPr lang="en-US" dirty="0" err="1"/>
              <a:t>satu</a:t>
            </a:r>
            <a:r>
              <a:rPr lang="en-US" dirty="0"/>
              <a:t> </a:t>
            </a:r>
            <a:r>
              <a:rPr lang="en-US" dirty="0" err="1"/>
              <a:t>sistem</a:t>
            </a:r>
            <a:r>
              <a:rPr lang="en-US" dirty="0"/>
              <a:t>. </a:t>
            </a:r>
            <a:r>
              <a:rPr lang="en-US" dirty="0" err="1"/>
              <a:t>Melalui</a:t>
            </a:r>
            <a:r>
              <a:rPr lang="en-US" dirty="0"/>
              <a:t> platform </a:t>
            </a:r>
            <a:r>
              <a:rPr lang="en-US" dirty="0" err="1"/>
              <a:t>ini</a:t>
            </a:r>
            <a:r>
              <a:rPr lang="en-US" dirty="0"/>
              <a:t>, </a:t>
            </a:r>
            <a:r>
              <a:rPr lang="en-US" dirty="0" err="1"/>
              <a:t>transaksi</a:t>
            </a:r>
            <a:r>
              <a:rPr lang="en-US" dirty="0"/>
              <a:t> </a:t>
            </a:r>
            <a:r>
              <a:rPr lang="en-US" dirty="0" err="1"/>
              <a:t>dapat</a:t>
            </a:r>
            <a:r>
              <a:rPr lang="en-US" dirty="0"/>
              <a:t> </a:t>
            </a:r>
            <a:r>
              <a:rPr lang="en-US" dirty="0" err="1"/>
              <a:t>dilakukan</a:t>
            </a:r>
            <a:r>
              <a:rPr lang="en-US" dirty="0"/>
              <a:t> </a:t>
            </a:r>
            <a:r>
              <a:rPr lang="en-US" dirty="0" err="1"/>
              <a:t>dengan</a:t>
            </a:r>
            <a:r>
              <a:rPr lang="en-US" dirty="0"/>
              <a:t> </a:t>
            </a:r>
            <a:r>
              <a:rPr lang="en-US" dirty="0" err="1"/>
              <a:t>lebih</a:t>
            </a:r>
            <a:r>
              <a:rPr lang="en-US" dirty="0"/>
              <a:t> </a:t>
            </a:r>
            <a:r>
              <a:rPr lang="en-US" dirty="0" err="1"/>
              <a:t>mudah</a:t>
            </a:r>
            <a:r>
              <a:rPr lang="en-US" dirty="0"/>
              <a:t>, </a:t>
            </a:r>
            <a:r>
              <a:rPr lang="en-US" dirty="0" err="1"/>
              <a:t>cepat</a:t>
            </a:r>
            <a:r>
              <a:rPr lang="en-US" dirty="0"/>
              <a:t>, dan </a:t>
            </a:r>
            <a:r>
              <a:rPr lang="en-US" dirty="0" err="1"/>
              <a:t>efisien</a:t>
            </a:r>
            <a:r>
              <a:rPr lang="en-US" dirty="0"/>
              <a:t>. Salah </a:t>
            </a:r>
            <a:r>
              <a:rPr lang="en-US" dirty="0" err="1"/>
              <a:t>satu</a:t>
            </a:r>
            <a:r>
              <a:rPr lang="en-US" dirty="0"/>
              <a:t> </a:t>
            </a:r>
            <a:r>
              <a:rPr lang="en-US" dirty="0" err="1"/>
              <a:t>contohnya</a:t>
            </a:r>
            <a:r>
              <a:rPr lang="en-US" dirty="0"/>
              <a:t> </a:t>
            </a:r>
            <a:r>
              <a:rPr lang="en-US" dirty="0" err="1"/>
              <a:t>adalah</a:t>
            </a:r>
            <a:r>
              <a:rPr lang="en-US" dirty="0"/>
              <a:t> </a:t>
            </a:r>
            <a:r>
              <a:rPr lang="en-US" dirty="0" err="1"/>
              <a:t>Itemku</a:t>
            </a:r>
            <a:r>
              <a:rPr lang="en-US" dirty="0"/>
              <a:t> yang </a:t>
            </a:r>
            <a:r>
              <a:rPr lang="en-US" dirty="0" err="1"/>
              <a:t>menyediakan</a:t>
            </a:r>
            <a:r>
              <a:rPr lang="en-US" dirty="0"/>
              <a:t> </a:t>
            </a:r>
            <a:r>
              <a:rPr lang="en-US" dirty="0" err="1"/>
              <a:t>layanan</a:t>
            </a:r>
            <a:r>
              <a:rPr lang="en-US" dirty="0"/>
              <a:t> </a:t>
            </a:r>
            <a:r>
              <a:rPr lang="en-US" dirty="0" err="1"/>
              <a:t>jual</a:t>
            </a:r>
            <a:r>
              <a:rPr lang="en-US" dirty="0"/>
              <a:t> </a:t>
            </a:r>
            <a:r>
              <a:rPr lang="en-US" dirty="0" err="1"/>
              <a:t>beli</a:t>
            </a:r>
            <a:r>
              <a:rPr lang="en-US" dirty="0"/>
              <a:t> </a:t>
            </a:r>
            <a:r>
              <a:rPr lang="en-US" dirty="0" err="1"/>
              <a:t>berbagai</a:t>
            </a:r>
            <a:r>
              <a:rPr lang="en-US" dirty="0"/>
              <a:t> </a:t>
            </a:r>
            <a:r>
              <a:rPr lang="en-US" dirty="0" err="1"/>
              <a:t>produk</a:t>
            </a:r>
            <a:r>
              <a:rPr lang="en-US" dirty="0"/>
              <a:t> digital dan </a:t>
            </a:r>
            <a:r>
              <a:rPr lang="en-US" dirty="0" err="1"/>
              <a:t>kebutuhan</a:t>
            </a:r>
            <a:r>
              <a:rPr lang="en-US" dirty="0"/>
              <a:t> gaming.</a:t>
            </a:r>
          </a:p>
          <a:p>
            <a:pPr marL="152400" indent="0">
              <a:buNone/>
            </a:pPr>
            <a:endParaRPr lang="en-US" dirty="0"/>
          </a:p>
          <a:p>
            <a:pPr marL="152400" indent="0">
              <a:buNone/>
            </a:pPr>
            <a:r>
              <a:rPr lang="en-US" dirty="0"/>
              <a:t>Pada </a:t>
            </a:r>
            <a:r>
              <a:rPr lang="en-US" dirty="0" err="1"/>
              <a:t>Praktikum</a:t>
            </a:r>
            <a:r>
              <a:rPr lang="en-US" dirty="0"/>
              <a:t> </a:t>
            </a:r>
            <a:r>
              <a:rPr lang="en-US" dirty="0" err="1"/>
              <a:t>Pemrograman</a:t>
            </a:r>
            <a:r>
              <a:rPr lang="en-US" dirty="0"/>
              <a:t> Web </a:t>
            </a:r>
            <a:r>
              <a:rPr lang="en-US" dirty="0" err="1"/>
              <a:t>Lanjutan</a:t>
            </a:r>
            <a:r>
              <a:rPr lang="en-US" dirty="0"/>
              <a:t> </a:t>
            </a:r>
            <a:r>
              <a:rPr lang="en-US" dirty="0" err="1"/>
              <a:t>dikembangkan</a:t>
            </a:r>
            <a:r>
              <a:rPr lang="en-US" dirty="0"/>
              <a:t> website marketplace digital </a:t>
            </a:r>
            <a:r>
              <a:rPr lang="en-US" dirty="0" err="1"/>
              <a:t>bernama</a:t>
            </a:r>
            <a:r>
              <a:rPr lang="en-US" dirty="0"/>
              <a:t> Lapak Gaming. Website </a:t>
            </a:r>
            <a:r>
              <a:rPr lang="en-US" dirty="0" err="1"/>
              <a:t>ini</a:t>
            </a:r>
            <a:r>
              <a:rPr lang="en-US" dirty="0"/>
              <a:t> </a:t>
            </a:r>
            <a:r>
              <a:rPr lang="en-US" dirty="0" err="1"/>
              <a:t>menyediakan</a:t>
            </a:r>
            <a:r>
              <a:rPr lang="en-US" dirty="0"/>
              <a:t> </a:t>
            </a:r>
            <a:r>
              <a:rPr lang="en-US" dirty="0" err="1"/>
              <a:t>layanan</a:t>
            </a:r>
            <a:r>
              <a:rPr lang="en-US" dirty="0"/>
              <a:t> </a:t>
            </a:r>
            <a:r>
              <a:rPr lang="en-US" dirty="0" err="1"/>
              <a:t>jual</a:t>
            </a:r>
            <a:r>
              <a:rPr lang="en-US" dirty="0"/>
              <a:t> </a:t>
            </a:r>
            <a:r>
              <a:rPr lang="en-US" dirty="0" err="1"/>
              <a:t>beli</a:t>
            </a:r>
            <a:r>
              <a:rPr lang="en-US" dirty="0"/>
              <a:t> </a:t>
            </a:r>
            <a:r>
              <a:rPr lang="en-US" dirty="0" err="1"/>
              <a:t>produk</a:t>
            </a:r>
            <a:r>
              <a:rPr lang="en-US" dirty="0"/>
              <a:t> digital </a:t>
            </a:r>
            <a:r>
              <a:rPr lang="en-US" dirty="0" err="1"/>
              <a:t>seperti</a:t>
            </a:r>
            <a:r>
              <a:rPr lang="en-US" dirty="0"/>
              <a:t> item game, </a:t>
            </a:r>
            <a:r>
              <a:rPr lang="en-US" dirty="0" err="1"/>
              <a:t>akun</a:t>
            </a:r>
            <a:r>
              <a:rPr lang="en-US" dirty="0"/>
              <a:t> game, voucher, game key, dan top up game </a:t>
            </a:r>
            <a:r>
              <a:rPr lang="en-US" dirty="0" err="1"/>
              <a:t>melalui</a:t>
            </a:r>
            <a:r>
              <a:rPr lang="en-US" dirty="0"/>
              <a:t> platform </a:t>
            </a:r>
            <a:r>
              <a:rPr lang="en-US" dirty="0" err="1"/>
              <a:t>berbasis</a:t>
            </a:r>
            <a:r>
              <a:rPr lang="en-US" dirty="0"/>
              <a:t> web.</a:t>
            </a:r>
          </a:p>
          <a:p>
            <a:pPr marL="152400" indent="0">
              <a:buNone/>
            </a:pPr>
            <a:endParaRPr lang="en-US" dirty="0"/>
          </a:p>
          <a:p>
            <a:pPr marL="152400" indent="0">
              <a:buNone/>
            </a:pPr>
            <a:r>
              <a:rPr lang="en-US" dirty="0"/>
              <a:t>Website </a:t>
            </a:r>
            <a:r>
              <a:rPr lang="en-US" dirty="0" err="1"/>
              <a:t>dibangun</a:t>
            </a:r>
            <a:r>
              <a:rPr lang="en-US" dirty="0"/>
              <a:t> </a:t>
            </a:r>
            <a:r>
              <a:rPr lang="en-US" dirty="0" err="1"/>
              <a:t>menggunakan</a:t>
            </a:r>
            <a:r>
              <a:rPr lang="en-US" dirty="0"/>
              <a:t> framework Laravel </a:t>
            </a:r>
            <a:r>
              <a:rPr lang="en-US" dirty="0" err="1"/>
              <a:t>dengan</a:t>
            </a:r>
            <a:r>
              <a:rPr lang="en-US" dirty="0"/>
              <a:t> </a:t>
            </a:r>
            <a:r>
              <a:rPr lang="en-US" dirty="0" err="1"/>
              <a:t>arsitektur</a:t>
            </a:r>
            <a:r>
              <a:rPr lang="en-US" dirty="0"/>
              <a:t> Model View Controller (MVC), </a:t>
            </a:r>
            <a:r>
              <a:rPr lang="en-US" dirty="0" err="1"/>
              <a:t>sedangkan</a:t>
            </a:r>
            <a:r>
              <a:rPr lang="en-US" dirty="0"/>
              <a:t> MySQL </a:t>
            </a:r>
            <a:r>
              <a:rPr lang="en-US" dirty="0" err="1"/>
              <a:t>digunakan</a:t>
            </a:r>
            <a:r>
              <a:rPr lang="en-US" dirty="0"/>
              <a:t> </a:t>
            </a:r>
            <a:r>
              <a:rPr lang="en-US" dirty="0" err="1"/>
              <a:t>sebagai</a:t>
            </a:r>
            <a:r>
              <a:rPr lang="en-US" dirty="0"/>
              <a:t> basis data </a:t>
            </a:r>
            <a:r>
              <a:rPr lang="en-US" dirty="0" err="1"/>
              <a:t>utama</a:t>
            </a:r>
            <a:r>
              <a:rPr lang="en-US" dirty="0"/>
              <a:t>. </a:t>
            </a:r>
            <a:r>
              <a:rPr lang="en-US" dirty="0" err="1"/>
              <a:t>Kombinasi</a:t>
            </a:r>
            <a:r>
              <a:rPr lang="en-US" dirty="0"/>
              <a:t> </a:t>
            </a:r>
            <a:r>
              <a:rPr lang="en-US" dirty="0" err="1"/>
              <a:t>kedua</a:t>
            </a:r>
            <a:r>
              <a:rPr lang="en-US" dirty="0"/>
              <a:t> </a:t>
            </a:r>
            <a:r>
              <a:rPr lang="en-US" dirty="0" err="1"/>
              <a:t>teknologi</a:t>
            </a:r>
            <a:r>
              <a:rPr lang="en-US" dirty="0"/>
              <a:t> </a:t>
            </a:r>
            <a:r>
              <a:rPr lang="en-US" dirty="0" err="1"/>
              <a:t>tersebut</a:t>
            </a:r>
            <a:r>
              <a:rPr lang="en-US" dirty="0"/>
              <a:t> </a:t>
            </a:r>
            <a:r>
              <a:rPr lang="en-US" dirty="0" err="1"/>
              <a:t>membantu</a:t>
            </a:r>
            <a:r>
              <a:rPr lang="en-US" dirty="0"/>
              <a:t> </a:t>
            </a:r>
            <a:r>
              <a:rPr lang="en-US" dirty="0" err="1"/>
              <a:t>pengelolaan</a:t>
            </a:r>
            <a:r>
              <a:rPr lang="en-US" dirty="0"/>
              <a:t> </a:t>
            </a:r>
            <a:r>
              <a:rPr lang="en-US" dirty="0" err="1"/>
              <a:t>sistem</a:t>
            </a:r>
            <a:r>
              <a:rPr lang="en-US" dirty="0"/>
              <a:t> </a:t>
            </a:r>
            <a:r>
              <a:rPr lang="en-US" dirty="0" err="1"/>
              <a:t>menjadi</a:t>
            </a:r>
            <a:r>
              <a:rPr lang="en-US" dirty="0"/>
              <a:t> </a:t>
            </a:r>
            <a:r>
              <a:rPr lang="en-US" dirty="0" err="1"/>
              <a:t>lebih</a:t>
            </a:r>
            <a:r>
              <a:rPr lang="en-US" dirty="0"/>
              <a:t> </a:t>
            </a:r>
            <a:r>
              <a:rPr lang="en-US" dirty="0" err="1"/>
              <a:t>terstruktur</a:t>
            </a:r>
            <a:r>
              <a:rPr lang="en-US" dirty="0"/>
              <a:t> dan </a:t>
            </a:r>
            <a:r>
              <a:rPr lang="en-US" dirty="0" err="1"/>
              <a:t>mudah</a:t>
            </a:r>
            <a:r>
              <a:rPr lang="en-US" dirty="0"/>
              <a:t> </a:t>
            </a:r>
            <a:r>
              <a:rPr lang="en-US" dirty="0" err="1"/>
              <a:t>dikembangkan</a:t>
            </a:r>
            <a:r>
              <a:rPr lang="en-US" dirty="0"/>
              <a:t>.</a:t>
            </a:r>
          </a:p>
          <a:p>
            <a:pPr marL="152400" indent="0">
              <a:buNone/>
            </a:pPr>
            <a:endParaRPr lang="en-US" dirty="0"/>
          </a:p>
          <a:p>
            <a:pPr marL="152400" indent="0">
              <a:buNone/>
            </a:pPr>
            <a:r>
              <a:rPr lang="en-US" dirty="0"/>
              <a:t>Basis data </a:t>
            </a:r>
            <a:r>
              <a:rPr lang="en-US" dirty="0" err="1"/>
              <a:t>menjadi</a:t>
            </a:r>
            <a:r>
              <a:rPr lang="en-US" dirty="0"/>
              <a:t> </a:t>
            </a:r>
            <a:r>
              <a:rPr lang="en-US" dirty="0" err="1"/>
              <a:t>komponen</a:t>
            </a:r>
            <a:r>
              <a:rPr lang="en-US" dirty="0"/>
              <a:t> </a:t>
            </a:r>
            <a:r>
              <a:rPr lang="en-US" dirty="0" err="1"/>
              <a:t>penting</a:t>
            </a:r>
            <a:r>
              <a:rPr lang="en-US" dirty="0"/>
              <a:t> </a:t>
            </a:r>
            <a:r>
              <a:rPr lang="en-US" dirty="0" err="1"/>
              <a:t>karena</a:t>
            </a:r>
            <a:r>
              <a:rPr lang="en-US" dirty="0"/>
              <a:t> </a:t>
            </a:r>
            <a:r>
              <a:rPr lang="en-US" dirty="0" err="1"/>
              <a:t>seluruh</a:t>
            </a:r>
            <a:r>
              <a:rPr lang="en-US" dirty="0"/>
              <a:t> </a:t>
            </a:r>
            <a:r>
              <a:rPr lang="en-US" dirty="0" err="1"/>
              <a:t>aktivitas</a:t>
            </a:r>
            <a:r>
              <a:rPr lang="en-US" dirty="0"/>
              <a:t> marketplace </a:t>
            </a:r>
            <a:r>
              <a:rPr lang="en-US" dirty="0" err="1"/>
              <a:t>bergantung</a:t>
            </a:r>
            <a:r>
              <a:rPr lang="en-US" dirty="0"/>
              <a:t> pada </a:t>
            </a:r>
            <a:r>
              <a:rPr lang="en-US" dirty="0" err="1"/>
              <a:t>pengelolaan</a:t>
            </a:r>
            <a:r>
              <a:rPr lang="en-US" dirty="0"/>
              <a:t> data yang </a:t>
            </a:r>
            <a:r>
              <a:rPr lang="en-US" dirty="0" err="1"/>
              <a:t>terhubung</a:t>
            </a:r>
            <a:r>
              <a:rPr lang="en-US" dirty="0"/>
              <a:t>. </a:t>
            </a:r>
            <a:r>
              <a:rPr lang="en-US" dirty="0" err="1"/>
              <a:t>Sistem</a:t>
            </a:r>
            <a:r>
              <a:rPr lang="en-US" dirty="0"/>
              <a:t> Lapak Gaming </a:t>
            </a:r>
            <a:r>
              <a:rPr lang="en-US" dirty="0" err="1"/>
              <a:t>menggunakan</a:t>
            </a:r>
            <a:r>
              <a:rPr lang="en-US" dirty="0"/>
              <a:t> </a:t>
            </a:r>
            <a:r>
              <a:rPr lang="en-US" dirty="0" err="1"/>
              <a:t>tabel</a:t>
            </a:r>
            <a:r>
              <a:rPr lang="en-US" dirty="0"/>
              <a:t> </a:t>
            </a:r>
            <a:r>
              <a:rPr lang="en-US" dirty="0" err="1"/>
              <a:t>utama</a:t>
            </a:r>
            <a:r>
              <a:rPr lang="en-US" dirty="0"/>
              <a:t> </a:t>
            </a:r>
            <a:r>
              <a:rPr lang="en-US" dirty="0" err="1"/>
              <a:t>seperti</a:t>
            </a:r>
            <a:r>
              <a:rPr lang="en-US" dirty="0"/>
              <a:t> users, products, categories, orders, wallets, reviews, conversations, messages, dan </a:t>
            </a:r>
            <a:r>
              <a:rPr lang="en-US" dirty="0" err="1"/>
              <a:t>marketplace_notifications</a:t>
            </a:r>
            <a:r>
              <a:rPr lang="en-US" dirty="0"/>
              <a:t> </a:t>
            </a:r>
            <a:r>
              <a:rPr lang="en-US" dirty="0" err="1"/>
              <a:t>untuk</a:t>
            </a:r>
            <a:r>
              <a:rPr lang="en-US" dirty="0"/>
              <a:t> </a:t>
            </a:r>
            <a:r>
              <a:rPr lang="en-US" dirty="0" err="1"/>
              <a:t>mendukung</a:t>
            </a:r>
            <a:r>
              <a:rPr lang="en-US" dirty="0"/>
              <a:t> </a:t>
            </a:r>
            <a:r>
              <a:rPr lang="en-US" dirty="0" err="1"/>
              <a:t>seluruh</a:t>
            </a:r>
            <a:r>
              <a:rPr lang="en-US" dirty="0"/>
              <a:t> proses </a:t>
            </a:r>
            <a:r>
              <a:rPr lang="en-US" dirty="0" err="1"/>
              <a:t>bisnis</a:t>
            </a:r>
            <a:r>
              <a:rPr lang="en-US" dirty="0"/>
              <a:t> yang </a:t>
            </a:r>
            <a:r>
              <a:rPr lang="en-US" dirty="0" err="1"/>
              <a:t>berjalan</a:t>
            </a:r>
            <a:r>
              <a:rPr lang="en-US" dirty="0"/>
              <a: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95"/>
        <p:cNvGrpSpPr/>
        <p:nvPr/>
      </p:nvGrpSpPr>
      <p:grpSpPr>
        <a:xfrm>
          <a:off x="0" y="0"/>
          <a:ext cx="0" cy="0"/>
          <a:chOff x="0" y="0"/>
          <a:chExt cx="0" cy="0"/>
        </a:xfrm>
      </p:grpSpPr>
      <p:sp>
        <p:nvSpPr>
          <p:cNvPr id="6" name="Google Shape;666;p28">
            <a:extLst>
              <a:ext uri="{FF2B5EF4-FFF2-40B4-BE49-F238E27FC236}">
                <a16:creationId xmlns:a16="http://schemas.microsoft.com/office/drawing/2014/main" id="{4E4AE0B5-A9D4-322B-BD69-2AA7CA1CA68C}"/>
              </a:ext>
            </a:extLst>
          </p:cNvPr>
          <p:cNvSpPr txBox="1">
            <a:spLocks noGrp="1"/>
          </p:cNvSpPr>
          <p:nvPr>
            <p:ph type="title"/>
          </p:nvPr>
        </p:nvSpPr>
        <p:spPr>
          <a:xfrm>
            <a:off x="2466560" y="156963"/>
            <a:ext cx="7704000" cy="572700"/>
          </a:xfrm>
          <a:prstGeom prst="rect">
            <a:avLst/>
          </a:prstGeom>
        </p:spPr>
        <p:txBody>
          <a:bodyPr spcFirstLastPara="1" wrap="square" lIns="91425" tIns="91425" rIns="91425" bIns="91425" anchor="t" anchorCtr="0">
            <a:noAutofit/>
          </a:bodyPr>
          <a:lstStyle/>
          <a:p>
            <a:pPr algn="l"/>
            <a:r>
              <a:rPr lang="en" dirty="0">
                <a:latin typeface="Oswald" panose="00000500000000000000" pitchFamily="2" charset="0"/>
              </a:rPr>
              <a:t>Tujuan dan Manfaat Pembuatan Web</a:t>
            </a:r>
          </a:p>
          <a:p>
            <a:pPr marL="0" lvl="0" indent="0" algn="l" rtl="0">
              <a:spcBef>
                <a:spcPts val="0"/>
              </a:spcBef>
              <a:spcAft>
                <a:spcPts val="0"/>
              </a:spcAft>
              <a:buNone/>
            </a:pPr>
            <a:endParaRPr dirty="0"/>
          </a:p>
        </p:txBody>
      </p:sp>
      <p:sp>
        <p:nvSpPr>
          <p:cNvPr id="10" name="TextBox 9">
            <a:extLst>
              <a:ext uri="{FF2B5EF4-FFF2-40B4-BE49-F238E27FC236}">
                <a16:creationId xmlns:a16="http://schemas.microsoft.com/office/drawing/2014/main" id="{6F779249-286F-1A16-4F72-F85EEC719D96}"/>
              </a:ext>
            </a:extLst>
          </p:cNvPr>
          <p:cNvSpPr txBox="1"/>
          <p:nvPr/>
        </p:nvSpPr>
        <p:spPr>
          <a:xfrm>
            <a:off x="2466560" y="740520"/>
            <a:ext cx="4572000" cy="369332"/>
          </a:xfrm>
          <a:prstGeom prst="rect">
            <a:avLst/>
          </a:prstGeom>
          <a:noFill/>
        </p:spPr>
        <p:txBody>
          <a:bodyPr wrap="square">
            <a:spAutoFit/>
          </a:bodyPr>
          <a:lstStyle/>
          <a:p>
            <a:r>
              <a:rPr lang="en" sz="1800" dirty="0">
                <a:solidFill>
                  <a:schemeClr val="tx1"/>
                </a:solidFill>
                <a:latin typeface="Oswald" panose="00000500000000000000" pitchFamily="2" charset="0"/>
              </a:rPr>
              <a:t>Tujuan Pembuatan Web</a:t>
            </a:r>
            <a:endParaRPr lang="en-US" sz="1800" dirty="0">
              <a:solidFill>
                <a:schemeClr val="tx1"/>
              </a:solidFill>
            </a:endParaRPr>
          </a:p>
        </p:txBody>
      </p:sp>
      <p:sp>
        <p:nvSpPr>
          <p:cNvPr id="14" name="TextBox 13">
            <a:extLst>
              <a:ext uri="{FF2B5EF4-FFF2-40B4-BE49-F238E27FC236}">
                <a16:creationId xmlns:a16="http://schemas.microsoft.com/office/drawing/2014/main" id="{93F5EAAD-FD27-AF34-F520-9900F80B4FE0}"/>
              </a:ext>
            </a:extLst>
          </p:cNvPr>
          <p:cNvSpPr txBox="1"/>
          <p:nvPr/>
        </p:nvSpPr>
        <p:spPr>
          <a:xfrm>
            <a:off x="2466560" y="1120709"/>
            <a:ext cx="5482682" cy="3785652"/>
          </a:xfrm>
          <a:prstGeom prst="rect">
            <a:avLst/>
          </a:prstGeom>
          <a:noFill/>
        </p:spPr>
        <p:txBody>
          <a:bodyPr wrap="square">
            <a:spAutoFit/>
          </a:bodyPr>
          <a:lstStyle/>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 </a:t>
            </a:r>
            <a:r>
              <a:rPr lang="id-ID"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Merancang dan membangun website marketplace digital yang dapat </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id-ID"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memfasilitasi transaksi jual beli produk digital dan kebutuhan gaming secara online.</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pPr fontAlgn="base"/>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 </a:t>
            </a:r>
            <a:r>
              <a:rPr lang="id-ID"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Mengimplementasikan framework Laravel dengan konsep Model View Controller (MVC) dalam pengembangan aplikasi web yang terstruktur dan mudah dikelola.</a:t>
            </a:r>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3. </a:t>
            </a:r>
            <a:r>
              <a:rPr lang="id-ID"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Menerapkan sistem basis data relasional menggunakan MySQL untuk mengelola data pengguna, produk, transaksi, dompet digital, ulasan, pesan, dan notifikasi secara terintegrasi.</a:t>
            </a:r>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4. </a:t>
            </a:r>
            <a:r>
              <a:rPr lang="id-ID"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Mengembangkan fitur-fitur utama marketplace seperti registrasi pengguna, manajemen produk, pemesanan, pembayaran, komunikasi antara pengguna, serta sistem notifikasi.</a:t>
            </a:r>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5. </a:t>
            </a:r>
            <a:r>
              <a:rPr lang="id-ID"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Menganalisis penerapan teknologi web dan desain basis data yang digunakan dalam pembangunan website marketplace digital Lapak Gaming sebagai bagian dari tugas Praktikum Pemrograman Web Lanjutan.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95">
          <a:extLst>
            <a:ext uri="{FF2B5EF4-FFF2-40B4-BE49-F238E27FC236}">
              <a16:creationId xmlns:a16="http://schemas.microsoft.com/office/drawing/2014/main" id="{D2BC1186-4BFD-0A04-D5A1-3051E6C3A9EE}"/>
            </a:ext>
          </a:extLst>
        </p:cNvPr>
        <p:cNvGrpSpPr/>
        <p:nvPr/>
      </p:nvGrpSpPr>
      <p:grpSpPr>
        <a:xfrm>
          <a:off x="0" y="0"/>
          <a:ext cx="0" cy="0"/>
          <a:chOff x="0" y="0"/>
          <a:chExt cx="0" cy="0"/>
        </a:xfrm>
      </p:grpSpPr>
      <p:sp>
        <p:nvSpPr>
          <p:cNvPr id="6" name="Google Shape;666;p28">
            <a:extLst>
              <a:ext uri="{FF2B5EF4-FFF2-40B4-BE49-F238E27FC236}">
                <a16:creationId xmlns:a16="http://schemas.microsoft.com/office/drawing/2014/main" id="{51270A5A-3C0B-2337-5EED-26E800E42A72}"/>
              </a:ext>
            </a:extLst>
          </p:cNvPr>
          <p:cNvSpPr txBox="1">
            <a:spLocks noGrp="1"/>
          </p:cNvSpPr>
          <p:nvPr>
            <p:ph type="title"/>
          </p:nvPr>
        </p:nvSpPr>
        <p:spPr>
          <a:xfrm>
            <a:off x="2466560" y="156963"/>
            <a:ext cx="7704000" cy="572700"/>
          </a:xfrm>
          <a:prstGeom prst="rect">
            <a:avLst/>
          </a:prstGeom>
        </p:spPr>
        <p:txBody>
          <a:bodyPr spcFirstLastPara="1" wrap="square" lIns="91425" tIns="91425" rIns="91425" bIns="91425" anchor="t" anchorCtr="0">
            <a:noAutofit/>
          </a:bodyPr>
          <a:lstStyle/>
          <a:p>
            <a:pPr algn="l"/>
            <a:r>
              <a:rPr lang="en" dirty="0">
                <a:latin typeface="Oswald" panose="00000500000000000000" pitchFamily="2" charset="0"/>
              </a:rPr>
              <a:t>Tujuan dan Manfaat Pembuatan Web</a:t>
            </a:r>
          </a:p>
          <a:p>
            <a:pPr marL="0" lvl="0" indent="0" algn="l" rtl="0">
              <a:spcBef>
                <a:spcPts val="0"/>
              </a:spcBef>
              <a:spcAft>
                <a:spcPts val="0"/>
              </a:spcAft>
              <a:buNone/>
            </a:pPr>
            <a:endParaRPr dirty="0"/>
          </a:p>
        </p:txBody>
      </p:sp>
      <p:sp>
        <p:nvSpPr>
          <p:cNvPr id="10" name="TextBox 9">
            <a:extLst>
              <a:ext uri="{FF2B5EF4-FFF2-40B4-BE49-F238E27FC236}">
                <a16:creationId xmlns:a16="http://schemas.microsoft.com/office/drawing/2014/main" id="{E757E7E5-B12D-4E89-80D6-DDC2028F94F0}"/>
              </a:ext>
            </a:extLst>
          </p:cNvPr>
          <p:cNvSpPr txBox="1"/>
          <p:nvPr/>
        </p:nvSpPr>
        <p:spPr>
          <a:xfrm>
            <a:off x="2466560" y="740520"/>
            <a:ext cx="4572000" cy="369332"/>
          </a:xfrm>
          <a:prstGeom prst="rect">
            <a:avLst/>
          </a:prstGeom>
          <a:noFill/>
        </p:spPr>
        <p:txBody>
          <a:bodyPr wrap="square">
            <a:spAutoFit/>
          </a:bodyPr>
          <a:lstStyle/>
          <a:p>
            <a:r>
              <a:rPr lang="en" sz="1800" dirty="0">
                <a:solidFill>
                  <a:schemeClr val="tx1"/>
                </a:solidFill>
                <a:latin typeface="Oswald" panose="00000500000000000000" pitchFamily="2" charset="0"/>
              </a:rPr>
              <a:t>Manfaat Pembuatan Web</a:t>
            </a:r>
            <a:endParaRPr lang="en-US" sz="1800" dirty="0">
              <a:solidFill>
                <a:schemeClr val="tx1"/>
              </a:solidFill>
            </a:endParaRPr>
          </a:p>
        </p:txBody>
      </p:sp>
      <p:sp>
        <p:nvSpPr>
          <p:cNvPr id="14" name="TextBox 13">
            <a:extLst>
              <a:ext uri="{FF2B5EF4-FFF2-40B4-BE49-F238E27FC236}">
                <a16:creationId xmlns:a16="http://schemas.microsoft.com/office/drawing/2014/main" id="{40F89D00-F7AB-F88E-0DF4-8D3E50CE0B58}"/>
              </a:ext>
            </a:extLst>
          </p:cNvPr>
          <p:cNvSpPr txBox="1"/>
          <p:nvPr/>
        </p:nvSpPr>
        <p:spPr>
          <a:xfrm>
            <a:off x="2466560" y="1120709"/>
            <a:ext cx="5482682" cy="3046988"/>
          </a:xfrm>
          <a:prstGeom prst="rect">
            <a:avLst/>
          </a:prstGeom>
          <a:noFill/>
        </p:spPr>
        <p:txBody>
          <a:bodyPr wrap="square">
            <a:spAutoFit/>
          </a:bodyPr>
          <a:lstStyle/>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 </a:t>
            </a:r>
            <a:r>
              <a:rPr lang="id-ID"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Bagi Pengguna, website ini dapat mempermudah proses pembelian dan penjualan produk digital seperti item game, akun game, voucher, game key, dan top up secara cepat, aman, dan praktis melalui platform berbasis web.</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pPr fontAlgn="base"/>
            <a:r>
              <a:rPr lang="id-ID"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Bagi Pengembang, proyek ini menjadi sarana untuk menerapkan ilmu yang telah dipelajari pada mata kuliah Praktikum Pemrograman Web Lanjutan, khususnya dalam pengembangan aplikasi web menggunakan framework Laravel dan pengelolaan basis data MySQL.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pPr fontAlgn="base"/>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 </a:t>
            </a:r>
            <a:r>
              <a:rPr lang="id-ID"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Bagi Akademik, website ini dapat dijadikan sebagai contoh implementasi sistem marketplace digital yang mengintegrasikan berbagai fitur seperti autentikasi pengguna, manajemen produk, transaksi, komunikasi pengguna, dan notifikasi dalam satu sistem yang terstruktur.</a:t>
            </a:r>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pPr fontAlgn="base"/>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3. </a:t>
            </a:r>
            <a:r>
              <a:rPr lang="id-ID"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Bagi Perkembangan Teknologi Digital, proyek ini menunjukkan bagaimana teknologi web modern dapat dimanfaatkan untuk mendukung aktivitas perdagangan digital yang semakin berkembang di era transformasi digital.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212452057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01"/>
        <p:cNvGrpSpPr/>
        <p:nvPr/>
      </p:nvGrpSpPr>
      <p:grpSpPr>
        <a:xfrm>
          <a:off x="0" y="0"/>
          <a:ext cx="0" cy="0"/>
          <a:chOff x="0" y="0"/>
          <a:chExt cx="0" cy="0"/>
        </a:xfrm>
      </p:grpSpPr>
      <p:sp>
        <p:nvSpPr>
          <p:cNvPr id="702" name="Google Shape;702;p31"/>
          <p:cNvSpPr txBox="1">
            <a:spLocks noGrp="1"/>
          </p:cNvSpPr>
          <p:nvPr>
            <p:ph type="title"/>
          </p:nvPr>
        </p:nvSpPr>
        <p:spPr>
          <a:xfrm>
            <a:off x="-5190" y="-333425"/>
            <a:ext cx="4570949" cy="970500"/>
          </a:xfrm>
          <a:prstGeom prst="rect">
            <a:avLst/>
          </a:prstGeom>
        </p:spPr>
        <p:txBody>
          <a:bodyPr spcFirstLastPara="1" wrap="square" lIns="91425" tIns="91425" rIns="91425" bIns="91425" anchor="b" anchorCtr="0">
            <a:noAutofit/>
          </a:bodyPr>
          <a:lstStyle/>
          <a:p>
            <a:pPr lvl="0"/>
            <a:r>
              <a:rPr lang="en-US" sz="2400" dirty="0">
                <a:solidFill>
                  <a:schemeClr val="tx1"/>
                </a:solidFill>
                <a:latin typeface="Oswald" panose="00000500000000000000" pitchFamily="2" charset="0"/>
                <a:ea typeface="Roboto" panose="02000000000000000000" pitchFamily="2" charset="0"/>
                <a:cs typeface="Roboto" panose="02000000000000000000" pitchFamily="2" charset="0"/>
              </a:rPr>
              <a:t>Sustainable Development Goals</a:t>
            </a:r>
            <a:endParaRPr sz="2400" dirty="0">
              <a:latin typeface="Oswald" panose="00000500000000000000" pitchFamily="2" charset="0"/>
            </a:endParaRPr>
          </a:p>
        </p:txBody>
      </p:sp>
      <p:grpSp>
        <p:nvGrpSpPr>
          <p:cNvPr id="713" name="Google Shape;713;p31"/>
          <p:cNvGrpSpPr/>
          <p:nvPr/>
        </p:nvGrpSpPr>
        <p:grpSpPr>
          <a:xfrm>
            <a:off x="0" y="4569046"/>
            <a:ext cx="1022509" cy="572747"/>
            <a:chOff x="-77" y="3784091"/>
            <a:chExt cx="2423582" cy="1357541"/>
          </a:xfrm>
        </p:grpSpPr>
        <p:sp>
          <p:nvSpPr>
            <p:cNvPr id="714" name="Google Shape;714;p3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 name="Google Shape;719;p31"/>
          <p:cNvGrpSpPr/>
          <p:nvPr/>
        </p:nvGrpSpPr>
        <p:grpSpPr>
          <a:xfrm rot="10800000">
            <a:off x="8121500" y="-4"/>
            <a:ext cx="1022509" cy="572747"/>
            <a:chOff x="-77" y="3784091"/>
            <a:chExt cx="2423582" cy="1357541"/>
          </a:xfrm>
        </p:grpSpPr>
        <p:sp>
          <p:nvSpPr>
            <p:cNvPr id="720" name="Google Shape;720;p31"/>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1"/>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1"/>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1"/>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E62C935C-376A-7D40-5DFE-8ECDB715715D}"/>
              </a:ext>
            </a:extLst>
          </p:cNvPr>
          <p:cNvSpPr txBox="1"/>
          <p:nvPr/>
        </p:nvSpPr>
        <p:spPr>
          <a:xfrm>
            <a:off x="0" y="635573"/>
            <a:ext cx="4392009" cy="492443"/>
          </a:xfrm>
          <a:prstGeom prst="rect">
            <a:avLst/>
          </a:prstGeom>
          <a:noFill/>
        </p:spPr>
        <p:txBody>
          <a:bodyPr wrap="square">
            <a:spAutoFit/>
          </a:bodyPr>
          <a:lstStyle/>
          <a:p>
            <a:r>
              <a:rPr lang="en-US" sz="1300" dirty="0">
                <a:solidFill>
                  <a:schemeClr val="tx1"/>
                </a:solidFill>
                <a:latin typeface="Roboto" panose="02000000000000000000" pitchFamily="2" charset="0"/>
                <a:ea typeface="Roboto" panose="02000000000000000000" pitchFamily="2" charset="0"/>
                <a:cs typeface="Roboto" panose="02000000000000000000" pitchFamily="2" charset="0"/>
              </a:rPr>
              <a:t>Website Lapak Gaming </a:t>
            </a:r>
            <a:r>
              <a:rPr lang="en-US" sz="1300" dirty="0" err="1">
                <a:solidFill>
                  <a:schemeClr val="tx1"/>
                </a:solidFill>
                <a:latin typeface="Roboto" panose="02000000000000000000" pitchFamily="2" charset="0"/>
                <a:ea typeface="Roboto" panose="02000000000000000000" pitchFamily="2" charset="0"/>
                <a:cs typeface="Roboto" panose="02000000000000000000" pitchFamily="2" charset="0"/>
              </a:rPr>
              <a:t>mendukung</a:t>
            </a:r>
            <a:r>
              <a:rPr lang="en-US" sz="13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300" dirty="0" err="1">
                <a:solidFill>
                  <a:schemeClr val="tx1"/>
                </a:solidFill>
                <a:latin typeface="Roboto" panose="02000000000000000000" pitchFamily="2" charset="0"/>
                <a:ea typeface="Roboto" panose="02000000000000000000" pitchFamily="2" charset="0"/>
                <a:cs typeface="Roboto" panose="02000000000000000000" pitchFamily="2" charset="0"/>
              </a:rPr>
              <a:t>beberapa</a:t>
            </a:r>
            <a:r>
              <a:rPr lang="en-US" sz="13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300" dirty="0" err="1">
                <a:solidFill>
                  <a:schemeClr val="tx1"/>
                </a:solidFill>
                <a:latin typeface="Roboto" panose="02000000000000000000" pitchFamily="2" charset="0"/>
                <a:ea typeface="Roboto" panose="02000000000000000000" pitchFamily="2" charset="0"/>
                <a:cs typeface="Roboto" panose="02000000000000000000" pitchFamily="2" charset="0"/>
              </a:rPr>
              <a:t>tujuan</a:t>
            </a:r>
            <a:r>
              <a:rPr lang="en-US" sz="1300" dirty="0">
                <a:solidFill>
                  <a:schemeClr val="tx1"/>
                </a:solidFill>
                <a:latin typeface="Roboto" panose="02000000000000000000" pitchFamily="2" charset="0"/>
                <a:ea typeface="Roboto" panose="02000000000000000000" pitchFamily="2" charset="0"/>
                <a:cs typeface="Roboto" panose="02000000000000000000" pitchFamily="2" charset="0"/>
              </a:rPr>
              <a:t> Sustainable Development Goals (SDGs), </a:t>
            </a:r>
            <a:r>
              <a:rPr lang="en-US" sz="1300" dirty="0" err="1">
                <a:solidFill>
                  <a:schemeClr val="tx1"/>
                </a:solidFill>
                <a:latin typeface="Roboto" panose="02000000000000000000" pitchFamily="2" charset="0"/>
                <a:ea typeface="Roboto" panose="02000000000000000000" pitchFamily="2" charset="0"/>
                <a:cs typeface="Roboto" panose="02000000000000000000" pitchFamily="2" charset="0"/>
              </a:rPr>
              <a:t>yaitu</a:t>
            </a:r>
            <a:r>
              <a:rPr lang="en-US" sz="1300" dirty="0">
                <a:solidFill>
                  <a:schemeClr val="tx1"/>
                </a:solidFill>
                <a:latin typeface="Roboto" panose="02000000000000000000" pitchFamily="2" charset="0"/>
                <a:ea typeface="Roboto" panose="02000000000000000000" pitchFamily="2" charset="0"/>
                <a:cs typeface="Roboto" panose="02000000000000000000" pitchFamily="2" charset="0"/>
              </a:rPr>
              <a:t>:</a:t>
            </a:r>
          </a:p>
        </p:txBody>
      </p:sp>
      <p:sp>
        <p:nvSpPr>
          <p:cNvPr id="5" name="TextBox 4">
            <a:extLst>
              <a:ext uri="{FF2B5EF4-FFF2-40B4-BE49-F238E27FC236}">
                <a16:creationId xmlns:a16="http://schemas.microsoft.com/office/drawing/2014/main" id="{74550A7F-0522-07FA-8655-B622CD27C8BF}"/>
              </a:ext>
            </a:extLst>
          </p:cNvPr>
          <p:cNvSpPr txBox="1"/>
          <p:nvPr/>
        </p:nvSpPr>
        <p:spPr>
          <a:xfrm>
            <a:off x="0" y="1156128"/>
            <a:ext cx="5029200" cy="1231106"/>
          </a:xfrm>
          <a:prstGeom prst="rect">
            <a:avLst/>
          </a:prstGeom>
          <a:noFill/>
        </p:spPr>
        <p:txBody>
          <a:bodyPr wrap="square">
            <a:spAutoFit/>
          </a:bodyPr>
          <a:lstStyle/>
          <a:p>
            <a:r>
              <a:rPr lang="en-US" sz="1200" b="1" dirty="0">
                <a:solidFill>
                  <a:schemeClr val="tx1"/>
                </a:solidFill>
                <a:latin typeface="Roboto" panose="02000000000000000000" pitchFamily="2" charset="0"/>
                <a:ea typeface="Roboto" panose="02000000000000000000" pitchFamily="2" charset="0"/>
                <a:cs typeface="Roboto" panose="02000000000000000000" pitchFamily="2" charset="0"/>
              </a:rPr>
              <a:t>1. SDG 8 – </a:t>
            </a:r>
            <a:r>
              <a:rPr lang="en-US" sz="1200" b="1" dirty="0" err="1">
                <a:solidFill>
                  <a:schemeClr val="tx1"/>
                </a:solidFill>
                <a:latin typeface="Roboto" panose="02000000000000000000" pitchFamily="2" charset="0"/>
                <a:ea typeface="Roboto" panose="02000000000000000000" pitchFamily="2" charset="0"/>
                <a:cs typeface="Roboto" panose="02000000000000000000" pitchFamily="2" charset="0"/>
              </a:rPr>
              <a:t>Pekerjaan</a:t>
            </a:r>
            <a:r>
              <a:rPr lang="en-US" sz="1200" b="1" dirty="0">
                <a:solidFill>
                  <a:schemeClr val="tx1"/>
                </a:solidFill>
                <a:latin typeface="Roboto" panose="02000000000000000000" pitchFamily="2" charset="0"/>
                <a:ea typeface="Roboto" panose="02000000000000000000" pitchFamily="2" charset="0"/>
                <a:cs typeface="Roboto" panose="02000000000000000000" pitchFamily="2" charset="0"/>
              </a:rPr>
              <a:t> Layak dan </a:t>
            </a:r>
            <a:r>
              <a:rPr lang="en-US" sz="1200" b="1" dirty="0" err="1">
                <a:solidFill>
                  <a:schemeClr val="tx1"/>
                </a:solidFill>
                <a:latin typeface="Roboto" panose="02000000000000000000" pitchFamily="2" charset="0"/>
                <a:ea typeface="Roboto" panose="02000000000000000000" pitchFamily="2" charset="0"/>
                <a:cs typeface="Roboto" panose="02000000000000000000" pitchFamily="2" charset="0"/>
              </a:rPr>
              <a:t>Pertumbuhan</a:t>
            </a:r>
            <a:r>
              <a:rPr lang="en-US" sz="1200" b="1" dirty="0">
                <a:solidFill>
                  <a:schemeClr val="tx1"/>
                </a:solidFill>
                <a:latin typeface="Roboto" panose="02000000000000000000" pitchFamily="2" charset="0"/>
                <a:ea typeface="Roboto" panose="02000000000000000000" pitchFamily="2" charset="0"/>
                <a:cs typeface="Roboto" panose="02000000000000000000" pitchFamily="2" charset="0"/>
              </a:rPr>
              <a:t> Ekonomi</a:t>
            </a:r>
          </a:p>
          <a:p>
            <a:pPr algn="just"/>
            <a:r>
              <a:rPr lang="id-ID" sz="1200" dirty="0">
                <a:solidFill>
                  <a:schemeClr val="tx1"/>
                </a:solidFill>
                <a:latin typeface="Roboto" panose="02000000000000000000" pitchFamily="2" charset="0"/>
                <a:ea typeface="Roboto" panose="02000000000000000000" pitchFamily="2" charset="0"/>
                <a:cs typeface="Roboto" panose="02000000000000000000" pitchFamily="2" charset="0"/>
              </a:rPr>
              <a:t>Website Lapak Gaming mendukung pertumbuhan ekonomi digital dengan menyediakan platform yang memungkinkan pengguna melakukan aktivitas jual beli produk digital secara mudah dan aman. Sistem ini juga membuka peluang bagi individu untuk memperoleh pendapatan melalui penjualan produk digital yang dimiliki</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a:t>
            </a:r>
            <a:r>
              <a:rPr lang="id-ID" dirty="0"/>
              <a:t>.</a:t>
            </a:r>
            <a:r>
              <a:rPr lang="en-US" dirty="0"/>
              <a:t> </a:t>
            </a:r>
          </a:p>
        </p:txBody>
      </p:sp>
      <p:sp>
        <p:nvSpPr>
          <p:cNvPr id="4" name="TextBox 3">
            <a:extLst>
              <a:ext uri="{FF2B5EF4-FFF2-40B4-BE49-F238E27FC236}">
                <a16:creationId xmlns:a16="http://schemas.microsoft.com/office/drawing/2014/main" id="{09FB9614-6482-DDE4-8760-F24F5808F996}"/>
              </a:ext>
            </a:extLst>
          </p:cNvPr>
          <p:cNvSpPr txBox="1"/>
          <p:nvPr/>
        </p:nvSpPr>
        <p:spPr>
          <a:xfrm>
            <a:off x="4560570" y="2114992"/>
            <a:ext cx="4583430" cy="1384995"/>
          </a:xfrm>
          <a:prstGeom prst="rect">
            <a:avLst/>
          </a:prstGeom>
          <a:noFill/>
        </p:spPr>
        <p:txBody>
          <a:bodyPr wrap="square">
            <a:spAutoFit/>
          </a:bodyPr>
          <a:lstStyle/>
          <a:p>
            <a:pPr algn="just"/>
            <a:r>
              <a:rPr lang="en-US" sz="1200" b="1" dirty="0">
                <a:solidFill>
                  <a:schemeClr val="tx1"/>
                </a:solidFill>
                <a:latin typeface="Roboto" panose="02000000000000000000" pitchFamily="2" charset="0"/>
                <a:ea typeface="Roboto" panose="02000000000000000000" pitchFamily="2" charset="0"/>
                <a:cs typeface="Roboto" panose="02000000000000000000" pitchFamily="2" charset="0"/>
              </a:rPr>
              <a:t>2. SDG 9 – Industri, </a:t>
            </a:r>
            <a:r>
              <a:rPr lang="en-US" sz="1200" b="1" dirty="0" err="1">
                <a:solidFill>
                  <a:schemeClr val="tx1"/>
                </a:solidFill>
                <a:latin typeface="Roboto" panose="02000000000000000000" pitchFamily="2" charset="0"/>
                <a:ea typeface="Roboto" panose="02000000000000000000" pitchFamily="2" charset="0"/>
                <a:cs typeface="Roboto" panose="02000000000000000000" pitchFamily="2" charset="0"/>
              </a:rPr>
              <a:t>Inovasi</a:t>
            </a:r>
            <a:r>
              <a:rPr lang="en-US" sz="1200" b="1" dirty="0">
                <a:solidFill>
                  <a:schemeClr val="tx1"/>
                </a:solidFill>
                <a:latin typeface="Roboto" panose="02000000000000000000" pitchFamily="2" charset="0"/>
                <a:ea typeface="Roboto" panose="02000000000000000000" pitchFamily="2" charset="0"/>
                <a:cs typeface="Roboto" panose="02000000000000000000" pitchFamily="2" charset="0"/>
              </a:rPr>
              <a:t>, dan </a:t>
            </a:r>
            <a:r>
              <a:rPr lang="en-US" sz="1200" b="1" dirty="0" err="1">
                <a:solidFill>
                  <a:schemeClr val="tx1"/>
                </a:solidFill>
                <a:latin typeface="Roboto" panose="02000000000000000000" pitchFamily="2" charset="0"/>
                <a:ea typeface="Roboto" panose="02000000000000000000" pitchFamily="2" charset="0"/>
                <a:cs typeface="Roboto" panose="02000000000000000000" pitchFamily="2" charset="0"/>
              </a:rPr>
              <a:t>Infrastruktur</a:t>
            </a:r>
            <a:endParaRPr lang="en-US" sz="1200" b="1"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just"/>
            <a:r>
              <a:rPr lang="id-ID" sz="1200" dirty="0">
                <a:solidFill>
                  <a:schemeClr val="tx1"/>
                </a:solidFill>
                <a:latin typeface="Roboto" panose="02000000000000000000" pitchFamily="2" charset="0"/>
                <a:ea typeface="Roboto" panose="02000000000000000000" pitchFamily="2" charset="0"/>
                <a:cs typeface="Roboto" panose="02000000000000000000" pitchFamily="2" charset="0"/>
              </a:rPr>
              <a:t>Pengembangan website berbasis Laravel dan MySQL merupakan bentuk penerapan inovasi teknologi informasi dalam membangun infrastruktur digital yang mendukung aktivitas perdagangan elektronik. Sistem marketplace ini memanfaatkan teknologi modern untuk meningkatkan efisiensi dan kemudahan transaksi secara daring.</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p:txBody>
      </p:sp>
      <p:sp>
        <p:nvSpPr>
          <p:cNvPr id="8" name="TextBox 7">
            <a:extLst>
              <a:ext uri="{FF2B5EF4-FFF2-40B4-BE49-F238E27FC236}">
                <a16:creationId xmlns:a16="http://schemas.microsoft.com/office/drawing/2014/main" id="{0C9A32CA-C119-8796-1E9B-5624F602FCCC}"/>
              </a:ext>
            </a:extLst>
          </p:cNvPr>
          <p:cNvSpPr txBox="1"/>
          <p:nvPr/>
        </p:nvSpPr>
        <p:spPr>
          <a:xfrm>
            <a:off x="-11430" y="3236985"/>
            <a:ext cx="4583430" cy="1200329"/>
          </a:xfrm>
          <a:prstGeom prst="rect">
            <a:avLst/>
          </a:prstGeom>
          <a:noFill/>
        </p:spPr>
        <p:txBody>
          <a:bodyPr wrap="square">
            <a:spAutoFit/>
          </a:bodyPr>
          <a:lstStyle/>
          <a:p>
            <a:pPr algn="just"/>
            <a:r>
              <a:rPr lang="en-US" sz="1200" b="1" dirty="0">
                <a:solidFill>
                  <a:schemeClr val="tx1"/>
                </a:solidFill>
                <a:latin typeface="Roboto" panose="02000000000000000000" pitchFamily="2" charset="0"/>
                <a:ea typeface="Roboto" panose="02000000000000000000" pitchFamily="2" charset="0"/>
                <a:cs typeface="Roboto" panose="02000000000000000000" pitchFamily="2" charset="0"/>
              </a:rPr>
              <a:t>3. </a:t>
            </a:r>
            <a:r>
              <a:rPr lang="id-ID" sz="1200" b="1" dirty="0">
                <a:solidFill>
                  <a:schemeClr val="tx1"/>
                </a:solidFill>
                <a:latin typeface="Roboto" panose="02000000000000000000" pitchFamily="2" charset="0"/>
                <a:ea typeface="Roboto" panose="02000000000000000000" pitchFamily="2" charset="0"/>
                <a:cs typeface="Roboto" panose="02000000000000000000" pitchFamily="2" charset="0"/>
              </a:rPr>
              <a:t>SDG 17 – Kemitraan untuk Mencapai Tujuan</a:t>
            </a:r>
            <a:r>
              <a:rPr lang="en-US" sz="1200" b="1" dirty="0">
                <a:solidFill>
                  <a:schemeClr val="tx1"/>
                </a:solidFill>
                <a:latin typeface="Roboto" panose="02000000000000000000" pitchFamily="2" charset="0"/>
                <a:ea typeface="Roboto" panose="02000000000000000000" pitchFamily="2" charset="0"/>
                <a:cs typeface="Roboto" panose="02000000000000000000" pitchFamily="2" charset="0"/>
              </a:rPr>
              <a:t> </a:t>
            </a:r>
          </a:p>
          <a:p>
            <a:pPr algn="just"/>
            <a:r>
              <a:rPr lang="id-ID" sz="1200" dirty="0">
                <a:solidFill>
                  <a:schemeClr val="tx1"/>
                </a:solidFill>
                <a:latin typeface="Roboto" panose="02000000000000000000" pitchFamily="2" charset="0"/>
                <a:ea typeface="Roboto" panose="02000000000000000000" pitchFamily="2" charset="0"/>
                <a:cs typeface="Roboto" panose="02000000000000000000" pitchFamily="2" charset="0"/>
              </a:rPr>
              <a:t>Marketplace digital mempertemukan berbagai pihak, yaitu penjual, pembeli, dan pengelola platform dalam satu ekosistem digital yang saling terhubung. Kolaborasi tersebut mendukung terciptanya lingkungan perdagangan digital yang lebih luas dan berkelanjutan.</a:t>
            </a:r>
            <a:endParaRPr lang="en-US" sz="12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01">
          <a:extLst>
            <a:ext uri="{FF2B5EF4-FFF2-40B4-BE49-F238E27FC236}">
              <a16:creationId xmlns:a16="http://schemas.microsoft.com/office/drawing/2014/main" id="{50175216-8AFA-EC60-0D9D-DD1214D33EA9}"/>
            </a:ext>
          </a:extLst>
        </p:cNvPr>
        <p:cNvGrpSpPr/>
        <p:nvPr/>
      </p:nvGrpSpPr>
      <p:grpSpPr>
        <a:xfrm>
          <a:off x="0" y="0"/>
          <a:ext cx="0" cy="0"/>
          <a:chOff x="0" y="0"/>
          <a:chExt cx="0" cy="0"/>
        </a:xfrm>
      </p:grpSpPr>
      <p:sp>
        <p:nvSpPr>
          <p:cNvPr id="702" name="Google Shape;702;p31">
            <a:extLst>
              <a:ext uri="{FF2B5EF4-FFF2-40B4-BE49-F238E27FC236}">
                <a16:creationId xmlns:a16="http://schemas.microsoft.com/office/drawing/2014/main" id="{00425F61-7E10-896D-4E2A-4A54A0CBC0E6}"/>
              </a:ext>
            </a:extLst>
          </p:cNvPr>
          <p:cNvSpPr txBox="1">
            <a:spLocks noGrp="1"/>
          </p:cNvSpPr>
          <p:nvPr>
            <p:ph type="title"/>
          </p:nvPr>
        </p:nvSpPr>
        <p:spPr>
          <a:xfrm>
            <a:off x="73131" y="-308712"/>
            <a:ext cx="4570949" cy="970500"/>
          </a:xfrm>
          <a:prstGeom prst="rect">
            <a:avLst/>
          </a:prstGeom>
        </p:spPr>
        <p:txBody>
          <a:bodyPr spcFirstLastPara="1" wrap="square" lIns="91425" tIns="91425" rIns="91425" bIns="91425" anchor="b" anchorCtr="0">
            <a:noAutofit/>
          </a:bodyPr>
          <a:lstStyle/>
          <a:p>
            <a:pPr lvl="0"/>
            <a:r>
              <a:rPr lang="en-US" sz="2400" dirty="0">
                <a:solidFill>
                  <a:schemeClr val="tx1"/>
                </a:solidFill>
                <a:latin typeface="Oswald" panose="00000500000000000000" pitchFamily="2" charset="0"/>
                <a:ea typeface="Roboto" panose="02000000000000000000" pitchFamily="2" charset="0"/>
                <a:cs typeface="Roboto" panose="02000000000000000000" pitchFamily="2" charset="0"/>
              </a:rPr>
              <a:t>Fitur pada Web</a:t>
            </a:r>
            <a:endParaRPr sz="2400" dirty="0">
              <a:latin typeface="Oswald" panose="00000500000000000000" pitchFamily="2" charset="0"/>
            </a:endParaRPr>
          </a:p>
        </p:txBody>
      </p:sp>
      <p:grpSp>
        <p:nvGrpSpPr>
          <p:cNvPr id="713" name="Google Shape;713;p31">
            <a:extLst>
              <a:ext uri="{FF2B5EF4-FFF2-40B4-BE49-F238E27FC236}">
                <a16:creationId xmlns:a16="http://schemas.microsoft.com/office/drawing/2014/main" id="{4941408E-1ACA-0746-C88C-D62CD51C78E7}"/>
              </a:ext>
            </a:extLst>
          </p:cNvPr>
          <p:cNvGrpSpPr/>
          <p:nvPr/>
        </p:nvGrpSpPr>
        <p:grpSpPr>
          <a:xfrm>
            <a:off x="0" y="4569046"/>
            <a:ext cx="1022509" cy="572747"/>
            <a:chOff x="-77" y="3784091"/>
            <a:chExt cx="2423582" cy="1357541"/>
          </a:xfrm>
        </p:grpSpPr>
        <p:sp>
          <p:nvSpPr>
            <p:cNvPr id="714" name="Google Shape;714;p31">
              <a:extLst>
                <a:ext uri="{FF2B5EF4-FFF2-40B4-BE49-F238E27FC236}">
                  <a16:creationId xmlns:a16="http://schemas.microsoft.com/office/drawing/2014/main" id="{E04E3257-2BB8-6ADD-B3DD-155F80670FE0}"/>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a:extLst>
                <a:ext uri="{FF2B5EF4-FFF2-40B4-BE49-F238E27FC236}">
                  <a16:creationId xmlns:a16="http://schemas.microsoft.com/office/drawing/2014/main" id="{D3E7C120-935C-B13C-7315-6C6C744F9DFB}"/>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1">
              <a:extLst>
                <a:ext uri="{FF2B5EF4-FFF2-40B4-BE49-F238E27FC236}">
                  <a16:creationId xmlns:a16="http://schemas.microsoft.com/office/drawing/2014/main" id="{D76E0C64-4F14-C4E0-45FD-5E82D3954F6D}"/>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1">
              <a:extLst>
                <a:ext uri="{FF2B5EF4-FFF2-40B4-BE49-F238E27FC236}">
                  <a16:creationId xmlns:a16="http://schemas.microsoft.com/office/drawing/2014/main" id="{50CA7B38-76FD-86D3-1F5E-04752EC3E403}"/>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a:extLst>
                <a:ext uri="{FF2B5EF4-FFF2-40B4-BE49-F238E27FC236}">
                  <a16:creationId xmlns:a16="http://schemas.microsoft.com/office/drawing/2014/main" id="{DFF821E0-C717-7977-2AB4-7408C33B7B9F}"/>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 name="Google Shape;719;p31">
            <a:extLst>
              <a:ext uri="{FF2B5EF4-FFF2-40B4-BE49-F238E27FC236}">
                <a16:creationId xmlns:a16="http://schemas.microsoft.com/office/drawing/2014/main" id="{4AC192B4-692F-BB51-56EF-D0091E674E79}"/>
              </a:ext>
            </a:extLst>
          </p:cNvPr>
          <p:cNvGrpSpPr/>
          <p:nvPr/>
        </p:nvGrpSpPr>
        <p:grpSpPr>
          <a:xfrm rot="10800000">
            <a:off x="8121500" y="-4"/>
            <a:ext cx="1022509" cy="572747"/>
            <a:chOff x="-77" y="3784091"/>
            <a:chExt cx="2423582" cy="1357541"/>
          </a:xfrm>
        </p:grpSpPr>
        <p:sp>
          <p:nvSpPr>
            <p:cNvPr id="720" name="Google Shape;720;p31">
              <a:extLst>
                <a:ext uri="{FF2B5EF4-FFF2-40B4-BE49-F238E27FC236}">
                  <a16:creationId xmlns:a16="http://schemas.microsoft.com/office/drawing/2014/main" id="{BB4CFF5D-3ED5-4C6C-B9F6-6B57BDACD592}"/>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1">
              <a:extLst>
                <a:ext uri="{FF2B5EF4-FFF2-40B4-BE49-F238E27FC236}">
                  <a16:creationId xmlns:a16="http://schemas.microsoft.com/office/drawing/2014/main" id="{97CECFB7-C104-ED5E-66B8-9F0E6E39F2EF}"/>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1">
              <a:extLst>
                <a:ext uri="{FF2B5EF4-FFF2-40B4-BE49-F238E27FC236}">
                  <a16:creationId xmlns:a16="http://schemas.microsoft.com/office/drawing/2014/main" id="{BEA73875-C995-8DD7-C2E8-8B3BF383EABE}"/>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a:extLst>
                <a:ext uri="{FF2B5EF4-FFF2-40B4-BE49-F238E27FC236}">
                  <a16:creationId xmlns:a16="http://schemas.microsoft.com/office/drawing/2014/main" id="{966ED00F-5C80-9883-2600-AE025BFDB415}"/>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1">
              <a:extLst>
                <a:ext uri="{FF2B5EF4-FFF2-40B4-BE49-F238E27FC236}">
                  <a16:creationId xmlns:a16="http://schemas.microsoft.com/office/drawing/2014/main" id="{89E020FA-E1D4-EFD5-CA8F-E525656DDD5B}"/>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0E356A5C-FBFE-D249-9328-2E5F28BDFE8D}"/>
              </a:ext>
            </a:extLst>
          </p:cNvPr>
          <p:cNvSpPr txBox="1"/>
          <p:nvPr/>
        </p:nvSpPr>
        <p:spPr>
          <a:xfrm>
            <a:off x="73131" y="576176"/>
            <a:ext cx="3653049" cy="523220"/>
          </a:xfrm>
          <a:prstGeom prst="rect">
            <a:avLst/>
          </a:prstGeom>
          <a:noFill/>
        </p:spPr>
        <p:txBody>
          <a:bodyPr wrap="square">
            <a:spAutoFit/>
          </a:bodyPr>
          <a:lstStyle/>
          <a:p>
            <a:r>
              <a:rPr lang="nn-NO" dirty="0">
                <a:solidFill>
                  <a:schemeClr val="tx1"/>
                </a:solidFill>
              </a:rPr>
              <a:t>Website Lapak Gaming memiliki beberapa fitur utama, yaitu:</a:t>
            </a:r>
            <a:endParaRPr lang="en-US"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1" name="TextBox 10">
            <a:extLst>
              <a:ext uri="{FF2B5EF4-FFF2-40B4-BE49-F238E27FC236}">
                <a16:creationId xmlns:a16="http://schemas.microsoft.com/office/drawing/2014/main" id="{0D139E94-1A84-FC81-CA84-795F59A1B261}"/>
              </a:ext>
            </a:extLst>
          </p:cNvPr>
          <p:cNvSpPr txBox="1"/>
          <p:nvPr/>
        </p:nvSpPr>
        <p:spPr>
          <a:xfrm>
            <a:off x="5737013" y="3624558"/>
            <a:ext cx="2631262" cy="1384995"/>
          </a:xfrm>
          <a:prstGeom prst="rect">
            <a:avLst/>
          </a:prstGeom>
          <a:noFill/>
        </p:spPr>
        <p:txBody>
          <a:bodyPr wrap="square">
            <a:spAutoFit/>
          </a:bodyPr>
          <a:lstStyle/>
          <a:p>
            <a:r>
              <a:rPr lang="en-US" sz="1200" b="1" dirty="0">
                <a:solidFill>
                  <a:schemeClr val="tx1"/>
                </a:solidFill>
                <a:latin typeface="Roboto" panose="02000000000000000000" pitchFamily="2" charset="0"/>
                <a:ea typeface="Roboto" panose="02000000000000000000" pitchFamily="2" charset="0"/>
                <a:cs typeface="Roboto" panose="02000000000000000000" pitchFamily="2" charset="0"/>
              </a:rPr>
              <a:t>Fitur Buyer</a:t>
            </a:r>
          </a:p>
          <a:p>
            <a:pPr fontAlgn="base"/>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1. </a:t>
            </a:r>
            <a:r>
              <a:rPr lang="id-ID" sz="1200" dirty="0">
                <a:solidFill>
                  <a:schemeClr val="tx1"/>
                </a:solidFill>
                <a:latin typeface="Roboto" panose="02000000000000000000" pitchFamily="2" charset="0"/>
                <a:ea typeface="Roboto" panose="02000000000000000000" pitchFamily="2" charset="0"/>
                <a:cs typeface="Roboto" panose="02000000000000000000" pitchFamily="2" charset="0"/>
              </a:rPr>
              <a:t>Melihat produk </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pPr fontAlgn="base"/>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2. </a:t>
            </a:r>
            <a:r>
              <a:rPr lang="id-ID" sz="1200" dirty="0">
                <a:solidFill>
                  <a:schemeClr val="tx1"/>
                </a:solidFill>
                <a:latin typeface="Roboto" panose="02000000000000000000" pitchFamily="2" charset="0"/>
                <a:ea typeface="Roboto" panose="02000000000000000000" pitchFamily="2" charset="0"/>
                <a:cs typeface="Roboto" panose="02000000000000000000" pitchFamily="2" charset="0"/>
              </a:rPr>
              <a:t>Menambahkan produk ke cart </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pPr fontAlgn="base"/>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3. </a:t>
            </a:r>
            <a:r>
              <a:rPr lang="id-ID" sz="1200" dirty="0">
                <a:solidFill>
                  <a:schemeClr val="tx1"/>
                </a:solidFill>
                <a:latin typeface="Roboto" panose="02000000000000000000" pitchFamily="2" charset="0"/>
                <a:ea typeface="Roboto" panose="02000000000000000000" pitchFamily="2" charset="0"/>
                <a:cs typeface="Roboto" panose="02000000000000000000" pitchFamily="2" charset="0"/>
              </a:rPr>
              <a:t>Melakukan checkout </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pPr fontAlgn="base"/>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4. </a:t>
            </a:r>
            <a:r>
              <a:rPr lang="id-ID" sz="1200" dirty="0">
                <a:solidFill>
                  <a:schemeClr val="tx1"/>
                </a:solidFill>
                <a:latin typeface="Roboto" panose="02000000000000000000" pitchFamily="2" charset="0"/>
                <a:ea typeface="Roboto" panose="02000000000000000000" pitchFamily="2" charset="0"/>
                <a:cs typeface="Roboto" panose="02000000000000000000" pitchFamily="2" charset="0"/>
              </a:rPr>
              <a:t>Mengunggah bukti pembayaran </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pPr fontAlgn="base"/>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5. </a:t>
            </a:r>
            <a:r>
              <a:rPr lang="id-ID" sz="1200" dirty="0">
                <a:solidFill>
                  <a:schemeClr val="tx1"/>
                </a:solidFill>
                <a:latin typeface="Roboto" panose="02000000000000000000" pitchFamily="2" charset="0"/>
                <a:ea typeface="Roboto" panose="02000000000000000000" pitchFamily="2" charset="0"/>
                <a:cs typeface="Roboto" panose="02000000000000000000" pitchFamily="2" charset="0"/>
              </a:rPr>
              <a:t>Memberikan review </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pPr fontAlgn="base"/>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6. </a:t>
            </a:r>
            <a:r>
              <a:rPr lang="id-ID" sz="1200" dirty="0">
                <a:solidFill>
                  <a:schemeClr val="tx1"/>
                </a:solidFill>
                <a:latin typeface="Roboto" panose="02000000000000000000" pitchFamily="2" charset="0"/>
                <a:ea typeface="Roboto" panose="02000000000000000000" pitchFamily="2" charset="0"/>
                <a:cs typeface="Roboto" panose="02000000000000000000" pitchFamily="2" charset="0"/>
              </a:rPr>
              <a:t>Mengirim pesan kepada seller</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p:txBody>
      </p:sp>
      <p:sp>
        <p:nvSpPr>
          <p:cNvPr id="4" name="TextBox 3">
            <a:extLst>
              <a:ext uri="{FF2B5EF4-FFF2-40B4-BE49-F238E27FC236}">
                <a16:creationId xmlns:a16="http://schemas.microsoft.com/office/drawing/2014/main" id="{A55A08CD-A52A-80C1-0A06-084EEDA2195B}"/>
              </a:ext>
            </a:extLst>
          </p:cNvPr>
          <p:cNvSpPr txBox="1"/>
          <p:nvPr/>
        </p:nvSpPr>
        <p:spPr>
          <a:xfrm>
            <a:off x="73131" y="1231678"/>
            <a:ext cx="2814849" cy="1384995"/>
          </a:xfrm>
          <a:prstGeom prst="rect">
            <a:avLst/>
          </a:prstGeom>
          <a:noFill/>
        </p:spPr>
        <p:txBody>
          <a:bodyPr wrap="square">
            <a:spAutoFit/>
          </a:bodyPr>
          <a:lstStyle/>
          <a:p>
            <a:pPr algn="just"/>
            <a:r>
              <a:rPr lang="en-US" sz="1200" b="1" dirty="0">
                <a:solidFill>
                  <a:schemeClr val="tx1"/>
                </a:solidFill>
                <a:latin typeface="Roboto" panose="02000000000000000000" pitchFamily="2" charset="0"/>
                <a:ea typeface="Roboto" panose="02000000000000000000" pitchFamily="2" charset="0"/>
                <a:cs typeface="Roboto" panose="02000000000000000000" pitchFamily="2" charset="0"/>
              </a:rPr>
              <a:t>Fitur Admin</a:t>
            </a:r>
          </a:p>
          <a:p>
            <a:pPr algn="just"/>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1.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Mengelola</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kategori</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pPr algn="just"/>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2.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Mengelola</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banner </a:t>
            </a:r>
          </a:p>
          <a:p>
            <a:pPr algn="just"/>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3.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Memverifikasi</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seller </a:t>
            </a:r>
          </a:p>
          <a:p>
            <a:pPr algn="just"/>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4.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Mengelola</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laporan</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transaksi</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pPr algn="just"/>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5.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Mengelola</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pPr algn="just"/>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6.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Mengawasi</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aktivitas</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marketplace </a:t>
            </a:r>
          </a:p>
        </p:txBody>
      </p:sp>
      <p:sp>
        <p:nvSpPr>
          <p:cNvPr id="7" name="TextBox 6">
            <a:extLst>
              <a:ext uri="{FF2B5EF4-FFF2-40B4-BE49-F238E27FC236}">
                <a16:creationId xmlns:a16="http://schemas.microsoft.com/office/drawing/2014/main" id="{872DB898-1406-EA5E-A4FC-844AE035EF78}"/>
              </a:ext>
            </a:extLst>
          </p:cNvPr>
          <p:cNvSpPr txBox="1"/>
          <p:nvPr/>
        </p:nvSpPr>
        <p:spPr>
          <a:xfrm>
            <a:off x="2948940" y="2342162"/>
            <a:ext cx="2516922" cy="1569660"/>
          </a:xfrm>
          <a:prstGeom prst="rect">
            <a:avLst/>
          </a:prstGeom>
          <a:noFill/>
        </p:spPr>
        <p:txBody>
          <a:bodyPr wrap="square">
            <a:spAutoFit/>
          </a:bodyPr>
          <a:lstStyle/>
          <a:p>
            <a:r>
              <a:rPr lang="en-US" sz="1200" b="1" dirty="0">
                <a:solidFill>
                  <a:schemeClr val="tx1"/>
                </a:solidFill>
                <a:latin typeface="Roboto" panose="02000000000000000000" pitchFamily="2" charset="0"/>
                <a:ea typeface="Roboto" panose="02000000000000000000" pitchFamily="2" charset="0"/>
                <a:cs typeface="Roboto" panose="02000000000000000000" pitchFamily="2" charset="0"/>
              </a:rPr>
              <a:t>Fitur Seller</a:t>
            </a: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1.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Menambahkan</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2.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Mengedit</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3.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Menghapus</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4.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Mengelola</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stok</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5.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Melihat</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pesanan</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6.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Mengelola</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wallet digital </a:t>
            </a: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7.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Berkomunikasi</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cs typeface="Roboto" panose="02000000000000000000" pitchFamily="2" charset="0"/>
              </a:rPr>
              <a:t>dengan</a:t>
            </a:r>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 buyer </a:t>
            </a:r>
          </a:p>
        </p:txBody>
      </p:sp>
    </p:spTree>
    <p:extLst>
      <p:ext uri="{BB962C8B-B14F-4D97-AF65-F5344CB8AC3E}">
        <p14:creationId xmlns:p14="http://schemas.microsoft.com/office/powerpoint/2010/main" val="73922674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01">
          <a:extLst>
            <a:ext uri="{FF2B5EF4-FFF2-40B4-BE49-F238E27FC236}">
              <a16:creationId xmlns:a16="http://schemas.microsoft.com/office/drawing/2014/main" id="{0659CE3F-DA18-D8A5-B16D-16DB463108E7}"/>
            </a:ext>
          </a:extLst>
        </p:cNvPr>
        <p:cNvGrpSpPr/>
        <p:nvPr/>
      </p:nvGrpSpPr>
      <p:grpSpPr>
        <a:xfrm>
          <a:off x="0" y="0"/>
          <a:ext cx="0" cy="0"/>
          <a:chOff x="0" y="0"/>
          <a:chExt cx="0" cy="0"/>
        </a:xfrm>
      </p:grpSpPr>
      <p:sp>
        <p:nvSpPr>
          <p:cNvPr id="702" name="Google Shape;702;p31">
            <a:extLst>
              <a:ext uri="{FF2B5EF4-FFF2-40B4-BE49-F238E27FC236}">
                <a16:creationId xmlns:a16="http://schemas.microsoft.com/office/drawing/2014/main" id="{4682717A-7960-DC3A-0F93-0DAC431F27FF}"/>
              </a:ext>
            </a:extLst>
          </p:cNvPr>
          <p:cNvSpPr txBox="1">
            <a:spLocks noGrp="1"/>
          </p:cNvSpPr>
          <p:nvPr>
            <p:ph type="title"/>
          </p:nvPr>
        </p:nvSpPr>
        <p:spPr>
          <a:xfrm>
            <a:off x="73131" y="-308712"/>
            <a:ext cx="4570949" cy="970500"/>
          </a:xfrm>
          <a:prstGeom prst="rect">
            <a:avLst/>
          </a:prstGeom>
        </p:spPr>
        <p:txBody>
          <a:bodyPr spcFirstLastPara="1" wrap="square" lIns="91425" tIns="91425" rIns="91425" bIns="91425" anchor="b" anchorCtr="0">
            <a:noAutofit/>
          </a:bodyPr>
          <a:lstStyle/>
          <a:p>
            <a:pPr lvl="0"/>
            <a:r>
              <a:rPr lang="en-US" sz="2400" dirty="0">
                <a:solidFill>
                  <a:schemeClr val="tx1"/>
                </a:solidFill>
                <a:latin typeface="Oswald" panose="00000500000000000000" pitchFamily="2" charset="0"/>
                <a:ea typeface="Roboto" panose="02000000000000000000" pitchFamily="2" charset="0"/>
                <a:cs typeface="Roboto" panose="02000000000000000000" pitchFamily="2" charset="0"/>
              </a:rPr>
              <a:t>Flow Website</a:t>
            </a:r>
            <a:endParaRPr sz="2400" dirty="0">
              <a:latin typeface="Oswald" panose="00000500000000000000" pitchFamily="2" charset="0"/>
            </a:endParaRPr>
          </a:p>
        </p:txBody>
      </p:sp>
      <p:grpSp>
        <p:nvGrpSpPr>
          <p:cNvPr id="713" name="Google Shape;713;p31">
            <a:extLst>
              <a:ext uri="{FF2B5EF4-FFF2-40B4-BE49-F238E27FC236}">
                <a16:creationId xmlns:a16="http://schemas.microsoft.com/office/drawing/2014/main" id="{0D450543-0857-3569-BCED-DF73028B8ACA}"/>
              </a:ext>
            </a:extLst>
          </p:cNvPr>
          <p:cNvGrpSpPr/>
          <p:nvPr/>
        </p:nvGrpSpPr>
        <p:grpSpPr>
          <a:xfrm>
            <a:off x="0" y="4569046"/>
            <a:ext cx="1022509" cy="572747"/>
            <a:chOff x="-77" y="3784091"/>
            <a:chExt cx="2423582" cy="1357541"/>
          </a:xfrm>
        </p:grpSpPr>
        <p:sp>
          <p:nvSpPr>
            <p:cNvPr id="714" name="Google Shape;714;p31">
              <a:extLst>
                <a:ext uri="{FF2B5EF4-FFF2-40B4-BE49-F238E27FC236}">
                  <a16:creationId xmlns:a16="http://schemas.microsoft.com/office/drawing/2014/main" id="{185D50B9-CB9B-8B25-9FA1-A622AC966AA2}"/>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1">
              <a:extLst>
                <a:ext uri="{FF2B5EF4-FFF2-40B4-BE49-F238E27FC236}">
                  <a16:creationId xmlns:a16="http://schemas.microsoft.com/office/drawing/2014/main" id="{77F68726-7EE8-11AD-EDED-F5C8847425C3}"/>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1">
              <a:extLst>
                <a:ext uri="{FF2B5EF4-FFF2-40B4-BE49-F238E27FC236}">
                  <a16:creationId xmlns:a16="http://schemas.microsoft.com/office/drawing/2014/main" id="{34BE593E-7A5D-3E1A-F151-8B7899D12265}"/>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1">
              <a:extLst>
                <a:ext uri="{FF2B5EF4-FFF2-40B4-BE49-F238E27FC236}">
                  <a16:creationId xmlns:a16="http://schemas.microsoft.com/office/drawing/2014/main" id="{3EF9D924-3946-C264-4F89-4B56F249CD86}"/>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1">
              <a:extLst>
                <a:ext uri="{FF2B5EF4-FFF2-40B4-BE49-F238E27FC236}">
                  <a16:creationId xmlns:a16="http://schemas.microsoft.com/office/drawing/2014/main" id="{87DFDC23-25FE-50D9-F130-E23F77C8A56C}"/>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 name="Google Shape;719;p31">
            <a:extLst>
              <a:ext uri="{FF2B5EF4-FFF2-40B4-BE49-F238E27FC236}">
                <a16:creationId xmlns:a16="http://schemas.microsoft.com/office/drawing/2014/main" id="{CE926E7A-811D-7FD9-1FFB-3C42BC1D8BDC}"/>
              </a:ext>
            </a:extLst>
          </p:cNvPr>
          <p:cNvGrpSpPr/>
          <p:nvPr/>
        </p:nvGrpSpPr>
        <p:grpSpPr>
          <a:xfrm rot="10800000">
            <a:off x="8121500" y="-4"/>
            <a:ext cx="1022509" cy="572747"/>
            <a:chOff x="-77" y="3784091"/>
            <a:chExt cx="2423582" cy="1357541"/>
          </a:xfrm>
        </p:grpSpPr>
        <p:sp>
          <p:nvSpPr>
            <p:cNvPr id="720" name="Google Shape;720;p31">
              <a:extLst>
                <a:ext uri="{FF2B5EF4-FFF2-40B4-BE49-F238E27FC236}">
                  <a16:creationId xmlns:a16="http://schemas.microsoft.com/office/drawing/2014/main" id="{15B6945D-D35C-AD3F-210B-AEA90D7CC9BF}"/>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1">
              <a:extLst>
                <a:ext uri="{FF2B5EF4-FFF2-40B4-BE49-F238E27FC236}">
                  <a16:creationId xmlns:a16="http://schemas.microsoft.com/office/drawing/2014/main" id="{E0D39AC3-4E5B-EE45-30F6-A1E1CA1CAB70}"/>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1">
              <a:extLst>
                <a:ext uri="{FF2B5EF4-FFF2-40B4-BE49-F238E27FC236}">
                  <a16:creationId xmlns:a16="http://schemas.microsoft.com/office/drawing/2014/main" id="{374D853F-DE5E-ACD1-9E1F-9321431FB57C}"/>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a:extLst>
                <a:ext uri="{FF2B5EF4-FFF2-40B4-BE49-F238E27FC236}">
                  <a16:creationId xmlns:a16="http://schemas.microsoft.com/office/drawing/2014/main" id="{53FD5C27-EB70-4C72-3006-0F0F245421A1}"/>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1">
              <a:extLst>
                <a:ext uri="{FF2B5EF4-FFF2-40B4-BE49-F238E27FC236}">
                  <a16:creationId xmlns:a16="http://schemas.microsoft.com/office/drawing/2014/main" id="{6361CED7-2CE9-B1AD-BF40-F8653345A892}"/>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2E75798F-7668-8904-6AF2-7903F95CFB04}"/>
              </a:ext>
            </a:extLst>
          </p:cNvPr>
          <p:cNvPicPr>
            <a:picLocks noChangeAspect="1"/>
          </p:cNvPicPr>
          <p:nvPr/>
        </p:nvPicPr>
        <p:blipFill>
          <a:blip r:embed="rId3"/>
          <a:stretch>
            <a:fillRect/>
          </a:stretch>
        </p:blipFill>
        <p:spPr>
          <a:xfrm>
            <a:off x="972524" y="581663"/>
            <a:ext cx="7198951" cy="4508071"/>
          </a:xfrm>
          <a:prstGeom prst="rect">
            <a:avLst/>
          </a:prstGeom>
        </p:spPr>
      </p:pic>
    </p:spTree>
    <p:extLst>
      <p:ext uri="{BB962C8B-B14F-4D97-AF65-F5344CB8AC3E}">
        <p14:creationId xmlns:p14="http://schemas.microsoft.com/office/powerpoint/2010/main" val="320906026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35"/>
        <p:cNvGrpSpPr/>
        <p:nvPr/>
      </p:nvGrpSpPr>
      <p:grpSpPr>
        <a:xfrm>
          <a:off x="0" y="0"/>
          <a:ext cx="0" cy="0"/>
          <a:chOff x="0" y="0"/>
          <a:chExt cx="0" cy="0"/>
        </a:xfrm>
      </p:grpSpPr>
      <p:grpSp>
        <p:nvGrpSpPr>
          <p:cNvPr id="747" name="Google Shape;747;p32"/>
          <p:cNvGrpSpPr/>
          <p:nvPr/>
        </p:nvGrpSpPr>
        <p:grpSpPr>
          <a:xfrm flipH="1">
            <a:off x="8121500" y="4569046"/>
            <a:ext cx="1022509" cy="572747"/>
            <a:chOff x="-77" y="3784091"/>
            <a:chExt cx="2423582" cy="1357541"/>
          </a:xfrm>
        </p:grpSpPr>
        <p:sp>
          <p:nvSpPr>
            <p:cNvPr id="748" name="Google Shape;748;p32"/>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2"/>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2"/>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2"/>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2"/>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753;p32"/>
          <p:cNvGrpSpPr/>
          <p:nvPr/>
        </p:nvGrpSpPr>
        <p:grpSpPr>
          <a:xfrm rot="10800000" flipH="1">
            <a:off x="0" y="-4"/>
            <a:ext cx="1022509" cy="572747"/>
            <a:chOff x="-77" y="3784091"/>
            <a:chExt cx="2423582" cy="1357541"/>
          </a:xfrm>
        </p:grpSpPr>
        <p:sp>
          <p:nvSpPr>
            <p:cNvPr id="754" name="Google Shape;754;p32"/>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2"/>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2"/>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2"/>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51CC3343-152D-A743-B8C6-C7F0B1A25F77}"/>
              </a:ext>
            </a:extLst>
          </p:cNvPr>
          <p:cNvSpPr txBox="1"/>
          <p:nvPr/>
        </p:nvSpPr>
        <p:spPr>
          <a:xfrm>
            <a:off x="1123990" y="-7123"/>
            <a:ext cx="6221330" cy="461665"/>
          </a:xfrm>
          <a:prstGeom prst="rect">
            <a:avLst/>
          </a:prstGeom>
          <a:noFill/>
        </p:spPr>
        <p:txBody>
          <a:bodyPr wrap="square">
            <a:spAutoFit/>
          </a:bodyPr>
          <a:lstStyle/>
          <a:p>
            <a:r>
              <a:rPr lang="en-US" sz="2400">
                <a:solidFill>
                  <a:schemeClr val="tx1"/>
                </a:solidFill>
                <a:latin typeface="Oswald" panose="00000500000000000000" pitchFamily="2" charset="0"/>
              </a:rPr>
              <a:t>Database: </a:t>
            </a:r>
            <a:r>
              <a:rPr lang="en-US" sz="2400" err="1">
                <a:solidFill>
                  <a:schemeClr val="tx1"/>
                </a:solidFill>
                <a:latin typeface="Oswald" panose="00000500000000000000" pitchFamily="2" charset="0"/>
              </a:rPr>
              <a:t>Jumlah</a:t>
            </a:r>
            <a:r>
              <a:rPr lang="en-US" sz="2400">
                <a:solidFill>
                  <a:schemeClr val="tx1"/>
                </a:solidFill>
                <a:latin typeface="Oswald" panose="00000500000000000000" pitchFamily="2" charset="0"/>
              </a:rPr>
              <a:t> table dan detail </a:t>
            </a:r>
            <a:r>
              <a:rPr lang="en-US" sz="2400" err="1">
                <a:solidFill>
                  <a:schemeClr val="tx1"/>
                </a:solidFill>
                <a:latin typeface="Oswald" panose="00000500000000000000" pitchFamily="2" charset="0"/>
              </a:rPr>
              <a:t>struktur</a:t>
            </a:r>
            <a:r>
              <a:rPr lang="en-US" sz="2400">
                <a:solidFill>
                  <a:schemeClr val="tx1"/>
                </a:solidFill>
                <a:latin typeface="Oswald" panose="00000500000000000000" pitchFamily="2" charset="0"/>
              </a:rPr>
              <a:t> table (ERD)</a:t>
            </a:r>
          </a:p>
        </p:txBody>
      </p:sp>
      <p:pic>
        <p:nvPicPr>
          <p:cNvPr id="6" name="Picture 5">
            <a:extLst>
              <a:ext uri="{FF2B5EF4-FFF2-40B4-BE49-F238E27FC236}">
                <a16:creationId xmlns:a16="http://schemas.microsoft.com/office/drawing/2014/main" id="{69B7DC4D-113A-3F69-E4ED-A7FF7541D2B0}"/>
              </a:ext>
            </a:extLst>
          </p:cNvPr>
          <p:cNvPicPr>
            <a:picLocks noChangeAspect="1"/>
          </p:cNvPicPr>
          <p:nvPr/>
        </p:nvPicPr>
        <p:blipFill>
          <a:blip r:embed="rId3"/>
          <a:stretch>
            <a:fillRect/>
          </a:stretch>
        </p:blipFill>
        <p:spPr>
          <a:xfrm>
            <a:off x="956458" y="454542"/>
            <a:ext cx="1767433" cy="4616737"/>
          </a:xfrm>
          <a:prstGeom prst="rect">
            <a:avLst/>
          </a:prstGeom>
        </p:spPr>
      </p:pic>
      <p:sp>
        <p:nvSpPr>
          <p:cNvPr id="8" name="TextBox 7">
            <a:extLst>
              <a:ext uri="{FF2B5EF4-FFF2-40B4-BE49-F238E27FC236}">
                <a16:creationId xmlns:a16="http://schemas.microsoft.com/office/drawing/2014/main" id="{8540A05E-FD9B-EDC5-7FAD-1855A4E655C1}"/>
              </a:ext>
            </a:extLst>
          </p:cNvPr>
          <p:cNvSpPr txBox="1"/>
          <p:nvPr/>
        </p:nvSpPr>
        <p:spPr>
          <a:xfrm>
            <a:off x="3052938" y="454542"/>
            <a:ext cx="4572000" cy="4708981"/>
          </a:xfrm>
          <a:prstGeom prst="rect">
            <a:avLst/>
          </a:prstGeom>
          <a:noFill/>
        </p:spPr>
        <p:txBody>
          <a:bodyPr wrap="square">
            <a:spAutoFit/>
          </a:bodyPr>
          <a:lstStyle/>
          <a:p>
            <a:pPr>
              <a:buNone/>
            </a:pP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Daftar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tabel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terdapat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pada database:</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 users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utama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seluruh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sistem</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baik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pembeli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penjual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maupun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admin. Tabel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ini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berisi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informasi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akun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seperti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nama, username, email, password, role,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nomor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telepon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alamat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status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akun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toko</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pengaturan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keamanan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serta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informasi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login.</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 buyers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berperan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sebagai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pembeli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Tabel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ini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terhubung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dengan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users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melalui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user_id</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3. sellers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berperan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sebagai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penjual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Berisi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relasi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ke</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users dan level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penjual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dimiliki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4.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seller_levels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Berisi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tingkatan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atau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level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penjual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disimpan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meliputi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nama level, minimal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pesanan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persentase</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komisi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badge, dan status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persetujuan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otomatis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5.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seller_level_benefits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daftar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keuntungan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atau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benefit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diperoleh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pada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setiap</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level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penjual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35">
          <a:extLst>
            <a:ext uri="{FF2B5EF4-FFF2-40B4-BE49-F238E27FC236}">
              <a16:creationId xmlns:a16="http://schemas.microsoft.com/office/drawing/2014/main" id="{68325035-5D42-3982-583D-F776773D9825}"/>
            </a:ext>
          </a:extLst>
        </p:cNvPr>
        <p:cNvGrpSpPr/>
        <p:nvPr/>
      </p:nvGrpSpPr>
      <p:grpSpPr>
        <a:xfrm>
          <a:off x="0" y="0"/>
          <a:ext cx="0" cy="0"/>
          <a:chOff x="0" y="0"/>
          <a:chExt cx="0" cy="0"/>
        </a:xfrm>
      </p:grpSpPr>
      <p:grpSp>
        <p:nvGrpSpPr>
          <p:cNvPr id="747" name="Google Shape;747;p32">
            <a:extLst>
              <a:ext uri="{FF2B5EF4-FFF2-40B4-BE49-F238E27FC236}">
                <a16:creationId xmlns:a16="http://schemas.microsoft.com/office/drawing/2014/main" id="{48794113-5165-C153-A305-33D03ADBFCE9}"/>
              </a:ext>
            </a:extLst>
          </p:cNvPr>
          <p:cNvGrpSpPr/>
          <p:nvPr/>
        </p:nvGrpSpPr>
        <p:grpSpPr>
          <a:xfrm flipH="1">
            <a:off x="8121500" y="4569046"/>
            <a:ext cx="1022509" cy="572747"/>
            <a:chOff x="-77" y="3784091"/>
            <a:chExt cx="2423582" cy="1357541"/>
          </a:xfrm>
        </p:grpSpPr>
        <p:sp>
          <p:nvSpPr>
            <p:cNvPr id="748" name="Google Shape;748;p32">
              <a:extLst>
                <a:ext uri="{FF2B5EF4-FFF2-40B4-BE49-F238E27FC236}">
                  <a16:creationId xmlns:a16="http://schemas.microsoft.com/office/drawing/2014/main" id="{F7275FAD-5248-D1DC-C3F3-83C65F9E48D4}"/>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2">
              <a:extLst>
                <a:ext uri="{FF2B5EF4-FFF2-40B4-BE49-F238E27FC236}">
                  <a16:creationId xmlns:a16="http://schemas.microsoft.com/office/drawing/2014/main" id="{AA4AD7CF-9A92-D5E6-55D5-EECF29C09B46}"/>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2">
              <a:extLst>
                <a:ext uri="{FF2B5EF4-FFF2-40B4-BE49-F238E27FC236}">
                  <a16:creationId xmlns:a16="http://schemas.microsoft.com/office/drawing/2014/main" id="{A87608A0-5F35-3E8D-DBB2-526BC86F280B}"/>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2">
              <a:extLst>
                <a:ext uri="{FF2B5EF4-FFF2-40B4-BE49-F238E27FC236}">
                  <a16:creationId xmlns:a16="http://schemas.microsoft.com/office/drawing/2014/main" id="{FD994B28-C307-694A-3F5C-7CC3628F98C7}"/>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2">
              <a:extLst>
                <a:ext uri="{FF2B5EF4-FFF2-40B4-BE49-F238E27FC236}">
                  <a16:creationId xmlns:a16="http://schemas.microsoft.com/office/drawing/2014/main" id="{55A0CB09-7604-9CFE-FF53-FEDC8B6CE482}"/>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753;p32">
            <a:extLst>
              <a:ext uri="{FF2B5EF4-FFF2-40B4-BE49-F238E27FC236}">
                <a16:creationId xmlns:a16="http://schemas.microsoft.com/office/drawing/2014/main" id="{4D711294-ECA0-D623-1067-EBDF94980661}"/>
              </a:ext>
            </a:extLst>
          </p:cNvPr>
          <p:cNvGrpSpPr/>
          <p:nvPr/>
        </p:nvGrpSpPr>
        <p:grpSpPr>
          <a:xfrm rot="10800000" flipH="1">
            <a:off x="0" y="-4"/>
            <a:ext cx="1022509" cy="572747"/>
            <a:chOff x="-77" y="3784091"/>
            <a:chExt cx="2423582" cy="1357541"/>
          </a:xfrm>
        </p:grpSpPr>
        <p:sp>
          <p:nvSpPr>
            <p:cNvPr id="754" name="Google Shape;754;p32">
              <a:extLst>
                <a:ext uri="{FF2B5EF4-FFF2-40B4-BE49-F238E27FC236}">
                  <a16:creationId xmlns:a16="http://schemas.microsoft.com/office/drawing/2014/main" id="{65919C87-EEF4-52CD-B7EB-C17695F29613}"/>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a:extLst>
                <a:ext uri="{FF2B5EF4-FFF2-40B4-BE49-F238E27FC236}">
                  <a16:creationId xmlns:a16="http://schemas.microsoft.com/office/drawing/2014/main" id="{2D3DA06D-AF7F-A148-7033-7E7211E89C45}"/>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2">
              <a:extLst>
                <a:ext uri="{FF2B5EF4-FFF2-40B4-BE49-F238E27FC236}">
                  <a16:creationId xmlns:a16="http://schemas.microsoft.com/office/drawing/2014/main" id="{E205EF96-92AA-5DA9-4FAD-684E1C1906ED}"/>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2">
              <a:extLst>
                <a:ext uri="{FF2B5EF4-FFF2-40B4-BE49-F238E27FC236}">
                  <a16:creationId xmlns:a16="http://schemas.microsoft.com/office/drawing/2014/main" id="{333EF5E0-B863-DCAB-5C59-5668D8E23277}"/>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2">
              <a:extLst>
                <a:ext uri="{FF2B5EF4-FFF2-40B4-BE49-F238E27FC236}">
                  <a16:creationId xmlns:a16="http://schemas.microsoft.com/office/drawing/2014/main" id="{C6A0C4E4-6699-6EBE-C007-1F48B26BFFE6}"/>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F8F6BBDB-DD7E-DAF9-C7BB-8263B89D16F9}"/>
              </a:ext>
            </a:extLst>
          </p:cNvPr>
          <p:cNvSpPr txBox="1"/>
          <p:nvPr/>
        </p:nvSpPr>
        <p:spPr>
          <a:xfrm>
            <a:off x="1123990" y="-7123"/>
            <a:ext cx="6221330" cy="461665"/>
          </a:xfrm>
          <a:prstGeom prst="rect">
            <a:avLst/>
          </a:prstGeom>
          <a:noFill/>
        </p:spPr>
        <p:txBody>
          <a:bodyPr wrap="square">
            <a:spAutoFit/>
          </a:bodyPr>
          <a:lstStyle/>
          <a:p>
            <a:r>
              <a:rPr lang="en-US" sz="2400">
                <a:solidFill>
                  <a:schemeClr val="tx1"/>
                </a:solidFill>
                <a:latin typeface="Oswald" panose="00000500000000000000" pitchFamily="2" charset="0"/>
              </a:rPr>
              <a:t>Database: </a:t>
            </a:r>
            <a:r>
              <a:rPr lang="en-US" sz="2400" err="1">
                <a:solidFill>
                  <a:schemeClr val="tx1"/>
                </a:solidFill>
                <a:latin typeface="Oswald" panose="00000500000000000000" pitchFamily="2" charset="0"/>
              </a:rPr>
              <a:t>Jumlah</a:t>
            </a:r>
            <a:r>
              <a:rPr lang="en-US" sz="2400">
                <a:solidFill>
                  <a:schemeClr val="tx1"/>
                </a:solidFill>
                <a:latin typeface="Oswald" panose="00000500000000000000" pitchFamily="2" charset="0"/>
              </a:rPr>
              <a:t> table dan detail </a:t>
            </a:r>
            <a:r>
              <a:rPr lang="en-US" sz="2400" err="1">
                <a:solidFill>
                  <a:schemeClr val="tx1"/>
                </a:solidFill>
                <a:latin typeface="Oswald" panose="00000500000000000000" pitchFamily="2" charset="0"/>
              </a:rPr>
              <a:t>struktur</a:t>
            </a:r>
            <a:r>
              <a:rPr lang="en-US" sz="2400">
                <a:solidFill>
                  <a:schemeClr val="tx1"/>
                </a:solidFill>
                <a:latin typeface="Oswald" panose="00000500000000000000" pitchFamily="2" charset="0"/>
              </a:rPr>
              <a:t> table (ERD)</a:t>
            </a:r>
          </a:p>
        </p:txBody>
      </p:sp>
      <p:pic>
        <p:nvPicPr>
          <p:cNvPr id="6" name="Picture 5">
            <a:extLst>
              <a:ext uri="{FF2B5EF4-FFF2-40B4-BE49-F238E27FC236}">
                <a16:creationId xmlns:a16="http://schemas.microsoft.com/office/drawing/2014/main" id="{7F3A205B-A396-2EFE-3D90-F3861ACCB70F}"/>
              </a:ext>
            </a:extLst>
          </p:cNvPr>
          <p:cNvPicPr>
            <a:picLocks noChangeAspect="1"/>
          </p:cNvPicPr>
          <p:nvPr/>
        </p:nvPicPr>
        <p:blipFill>
          <a:blip r:embed="rId3"/>
          <a:stretch>
            <a:fillRect/>
          </a:stretch>
        </p:blipFill>
        <p:spPr>
          <a:xfrm>
            <a:off x="956458" y="454542"/>
            <a:ext cx="1767433" cy="4616737"/>
          </a:xfrm>
          <a:prstGeom prst="rect">
            <a:avLst/>
          </a:prstGeom>
        </p:spPr>
      </p:pic>
      <p:sp>
        <p:nvSpPr>
          <p:cNvPr id="8" name="TextBox 7">
            <a:extLst>
              <a:ext uri="{FF2B5EF4-FFF2-40B4-BE49-F238E27FC236}">
                <a16:creationId xmlns:a16="http://schemas.microsoft.com/office/drawing/2014/main" id="{5FF6C5A5-1771-5350-BC25-2AF101D4CCB7}"/>
              </a:ext>
            </a:extLst>
          </p:cNvPr>
          <p:cNvSpPr txBox="1"/>
          <p:nvPr/>
        </p:nvSpPr>
        <p:spPr>
          <a:xfrm>
            <a:off x="3052938" y="396745"/>
            <a:ext cx="4572000" cy="4708981"/>
          </a:xfrm>
          <a:prstGeom prst="rect">
            <a:avLst/>
          </a:prstGeom>
          <a:noFill/>
        </p:spPr>
        <p:txBody>
          <a:bodyPr wrap="square">
            <a:spAutoFit/>
          </a:bodyPr>
          <a:lstStyle/>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6.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user_profiles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profil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tambahan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seperti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jenis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kelamin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tanggal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lahir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foto</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avatar, bio,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nomor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telepon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7.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user_addresses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alamat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terdiri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dari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provinsi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kabupaten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kota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kecamatan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desa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kode</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pos,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alamat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lengkap</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8.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user_policy_consents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Mencatat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persetujuan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terhadap</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kebijakan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atau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syarat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layanan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berlaku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9.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verification_logs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riwayat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aktivitas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verifikasi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dilakukan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admin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terhadap</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10. products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informasi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dijual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Terdapat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nama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kategori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deskripsi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harga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stok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tipe</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status,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serta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informasi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promosi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11. categories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kategori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beserta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nama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kategori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slug, ikon,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gambar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urutan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tampil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318418458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35">
          <a:extLst>
            <a:ext uri="{FF2B5EF4-FFF2-40B4-BE49-F238E27FC236}">
              <a16:creationId xmlns:a16="http://schemas.microsoft.com/office/drawing/2014/main" id="{02DE8CC3-3680-C7D1-11F7-BDC98C3FE0CE}"/>
            </a:ext>
          </a:extLst>
        </p:cNvPr>
        <p:cNvGrpSpPr/>
        <p:nvPr/>
      </p:nvGrpSpPr>
      <p:grpSpPr>
        <a:xfrm>
          <a:off x="0" y="0"/>
          <a:ext cx="0" cy="0"/>
          <a:chOff x="0" y="0"/>
          <a:chExt cx="0" cy="0"/>
        </a:xfrm>
      </p:grpSpPr>
      <p:grpSp>
        <p:nvGrpSpPr>
          <p:cNvPr id="747" name="Google Shape;747;p32">
            <a:extLst>
              <a:ext uri="{FF2B5EF4-FFF2-40B4-BE49-F238E27FC236}">
                <a16:creationId xmlns:a16="http://schemas.microsoft.com/office/drawing/2014/main" id="{62B12D0A-ED74-A5CC-4032-E537B098F8A3}"/>
              </a:ext>
            </a:extLst>
          </p:cNvPr>
          <p:cNvGrpSpPr/>
          <p:nvPr/>
        </p:nvGrpSpPr>
        <p:grpSpPr>
          <a:xfrm flipH="1">
            <a:off x="8121500" y="4569046"/>
            <a:ext cx="1022509" cy="572747"/>
            <a:chOff x="-77" y="3784091"/>
            <a:chExt cx="2423582" cy="1357541"/>
          </a:xfrm>
        </p:grpSpPr>
        <p:sp>
          <p:nvSpPr>
            <p:cNvPr id="748" name="Google Shape;748;p32">
              <a:extLst>
                <a:ext uri="{FF2B5EF4-FFF2-40B4-BE49-F238E27FC236}">
                  <a16:creationId xmlns:a16="http://schemas.microsoft.com/office/drawing/2014/main" id="{EBB53B53-BD7F-35EE-3D77-6B0273756D22}"/>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2">
              <a:extLst>
                <a:ext uri="{FF2B5EF4-FFF2-40B4-BE49-F238E27FC236}">
                  <a16:creationId xmlns:a16="http://schemas.microsoft.com/office/drawing/2014/main" id="{5DAB3C54-3FBB-C83D-35A6-2C6520449BE5}"/>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2">
              <a:extLst>
                <a:ext uri="{FF2B5EF4-FFF2-40B4-BE49-F238E27FC236}">
                  <a16:creationId xmlns:a16="http://schemas.microsoft.com/office/drawing/2014/main" id="{DE77F608-CD39-EEB0-D4D3-7F98273E1699}"/>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2">
              <a:extLst>
                <a:ext uri="{FF2B5EF4-FFF2-40B4-BE49-F238E27FC236}">
                  <a16:creationId xmlns:a16="http://schemas.microsoft.com/office/drawing/2014/main" id="{69DCB790-A74F-E451-BECA-72A0492A272C}"/>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2">
              <a:extLst>
                <a:ext uri="{FF2B5EF4-FFF2-40B4-BE49-F238E27FC236}">
                  <a16:creationId xmlns:a16="http://schemas.microsoft.com/office/drawing/2014/main" id="{9C3F6728-2F4A-F9B1-4E17-85713CFC4F30}"/>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753;p32">
            <a:extLst>
              <a:ext uri="{FF2B5EF4-FFF2-40B4-BE49-F238E27FC236}">
                <a16:creationId xmlns:a16="http://schemas.microsoft.com/office/drawing/2014/main" id="{3B438D96-DB6A-B37E-D09B-9C977B83111A}"/>
              </a:ext>
            </a:extLst>
          </p:cNvPr>
          <p:cNvGrpSpPr/>
          <p:nvPr/>
        </p:nvGrpSpPr>
        <p:grpSpPr>
          <a:xfrm rot="10800000" flipH="1">
            <a:off x="0" y="-4"/>
            <a:ext cx="1022509" cy="572747"/>
            <a:chOff x="-77" y="3784091"/>
            <a:chExt cx="2423582" cy="1357541"/>
          </a:xfrm>
        </p:grpSpPr>
        <p:sp>
          <p:nvSpPr>
            <p:cNvPr id="754" name="Google Shape;754;p32">
              <a:extLst>
                <a:ext uri="{FF2B5EF4-FFF2-40B4-BE49-F238E27FC236}">
                  <a16:creationId xmlns:a16="http://schemas.microsoft.com/office/drawing/2014/main" id="{4CD2163A-FBF1-A58C-B326-117776792B3E}"/>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a:extLst>
                <a:ext uri="{FF2B5EF4-FFF2-40B4-BE49-F238E27FC236}">
                  <a16:creationId xmlns:a16="http://schemas.microsoft.com/office/drawing/2014/main" id="{61ACF598-64EC-B073-696E-1060BE895311}"/>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2">
              <a:extLst>
                <a:ext uri="{FF2B5EF4-FFF2-40B4-BE49-F238E27FC236}">
                  <a16:creationId xmlns:a16="http://schemas.microsoft.com/office/drawing/2014/main" id="{430CE119-3155-3ADC-0EA1-C7DC464F9DED}"/>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2">
              <a:extLst>
                <a:ext uri="{FF2B5EF4-FFF2-40B4-BE49-F238E27FC236}">
                  <a16:creationId xmlns:a16="http://schemas.microsoft.com/office/drawing/2014/main" id="{655B70CD-9948-671E-ED5A-76DBFFF66773}"/>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2">
              <a:extLst>
                <a:ext uri="{FF2B5EF4-FFF2-40B4-BE49-F238E27FC236}">
                  <a16:creationId xmlns:a16="http://schemas.microsoft.com/office/drawing/2014/main" id="{E3473026-C280-9ADF-01EB-B2FD30DC747A}"/>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39FE4B8A-4181-7DCF-A274-EAD6F43E432F}"/>
              </a:ext>
            </a:extLst>
          </p:cNvPr>
          <p:cNvSpPr txBox="1"/>
          <p:nvPr/>
        </p:nvSpPr>
        <p:spPr>
          <a:xfrm>
            <a:off x="1123990" y="-7123"/>
            <a:ext cx="6221330" cy="461665"/>
          </a:xfrm>
          <a:prstGeom prst="rect">
            <a:avLst/>
          </a:prstGeom>
          <a:noFill/>
        </p:spPr>
        <p:txBody>
          <a:bodyPr wrap="square">
            <a:spAutoFit/>
          </a:bodyPr>
          <a:lstStyle/>
          <a:p>
            <a:r>
              <a:rPr lang="en-US" sz="2400">
                <a:solidFill>
                  <a:schemeClr val="tx1"/>
                </a:solidFill>
                <a:latin typeface="Oswald" panose="00000500000000000000" pitchFamily="2" charset="0"/>
              </a:rPr>
              <a:t>Database: </a:t>
            </a:r>
            <a:r>
              <a:rPr lang="en-US" sz="2400" err="1">
                <a:solidFill>
                  <a:schemeClr val="tx1"/>
                </a:solidFill>
                <a:latin typeface="Oswald" panose="00000500000000000000" pitchFamily="2" charset="0"/>
              </a:rPr>
              <a:t>Jumlah</a:t>
            </a:r>
            <a:r>
              <a:rPr lang="en-US" sz="2400">
                <a:solidFill>
                  <a:schemeClr val="tx1"/>
                </a:solidFill>
                <a:latin typeface="Oswald" panose="00000500000000000000" pitchFamily="2" charset="0"/>
              </a:rPr>
              <a:t> table dan detail </a:t>
            </a:r>
            <a:r>
              <a:rPr lang="en-US" sz="2400" err="1">
                <a:solidFill>
                  <a:schemeClr val="tx1"/>
                </a:solidFill>
                <a:latin typeface="Oswald" panose="00000500000000000000" pitchFamily="2" charset="0"/>
              </a:rPr>
              <a:t>struktur</a:t>
            </a:r>
            <a:r>
              <a:rPr lang="en-US" sz="2400">
                <a:solidFill>
                  <a:schemeClr val="tx1"/>
                </a:solidFill>
                <a:latin typeface="Oswald" panose="00000500000000000000" pitchFamily="2" charset="0"/>
              </a:rPr>
              <a:t> table (ERD)</a:t>
            </a:r>
          </a:p>
        </p:txBody>
      </p:sp>
      <p:pic>
        <p:nvPicPr>
          <p:cNvPr id="6" name="Picture 5">
            <a:extLst>
              <a:ext uri="{FF2B5EF4-FFF2-40B4-BE49-F238E27FC236}">
                <a16:creationId xmlns:a16="http://schemas.microsoft.com/office/drawing/2014/main" id="{CC731044-94F9-59FB-61D1-09C5DD3B8276}"/>
              </a:ext>
            </a:extLst>
          </p:cNvPr>
          <p:cNvPicPr>
            <a:picLocks noChangeAspect="1"/>
          </p:cNvPicPr>
          <p:nvPr/>
        </p:nvPicPr>
        <p:blipFill>
          <a:blip r:embed="rId3"/>
          <a:stretch>
            <a:fillRect/>
          </a:stretch>
        </p:blipFill>
        <p:spPr>
          <a:xfrm>
            <a:off x="956458" y="454542"/>
            <a:ext cx="1767433" cy="4616737"/>
          </a:xfrm>
          <a:prstGeom prst="rect">
            <a:avLst/>
          </a:prstGeom>
        </p:spPr>
      </p:pic>
      <p:sp>
        <p:nvSpPr>
          <p:cNvPr id="8" name="TextBox 7">
            <a:extLst>
              <a:ext uri="{FF2B5EF4-FFF2-40B4-BE49-F238E27FC236}">
                <a16:creationId xmlns:a16="http://schemas.microsoft.com/office/drawing/2014/main" id="{9A30AD3F-1A15-A301-F53F-D54A8EEE62C3}"/>
              </a:ext>
            </a:extLst>
          </p:cNvPr>
          <p:cNvSpPr txBox="1"/>
          <p:nvPr/>
        </p:nvSpPr>
        <p:spPr>
          <a:xfrm>
            <a:off x="3052938" y="485238"/>
            <a:ext cx="4572000" cy="4524315"/>
          </a:xfrm>
          <a:prstGeom prst="rect">
            <a:avLst/>
          </a:prstGeom>
          <a:noFill/>
        </p:spPr>
        <p:txBody>
          <a:bodyPr wrap="square">
            <a:spAutoFit/>
          </a:bodyPr>
          <a:lstStyle/>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12. carts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keranjang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belanja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Berisi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dipilih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jumlah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pembelian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serta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status checkout.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13. orders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transaksi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atau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pesanan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Informasi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tersimpan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antara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lain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kode</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pesanan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metode</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pembayaran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status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transaksi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kode</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pelacakan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tanggal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jatuh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tempo,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catatan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14.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order_items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detail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terdapat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dalam</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setiap</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pesanan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termasuk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harga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saat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transaksi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jumlah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barang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dibeli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15.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order_financials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rincian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keuangan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transaksi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seperti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subtotal,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biaya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administrasi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dana escrow, dan total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pembayaran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16. reviews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ulasan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rating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diberikan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pembeli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terhadap</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telah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dibeli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17.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product_comments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komentar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atau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diskusi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pada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halaman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Tabel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ini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mendukung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komentar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bertingkat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melalui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parent_comment_id</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89579289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35">
          <a:extLst>
            <a:ext uri="{FF2B5EF4-FFF2-40B4-BE49-F238E27FC236}">
              <a16:creationId xmlns:a16="http://schemas.microsoft.com/office/drawing/2014/main" id="{A3A7EBEF-8062-80BD-C126-1FA1ABFA9E52}"/>
            </a:ext>
          </a:extLst>
        </p:cNvPr>
        <p:cNvGrpSpPr/>
        <p:nvPr/>
      </p:nvGrpSpPr>
      <p:grpSpPr>
        <a:xfrm>
          <a:off x="0" y="0"/>
          <a:ext cx="0" cy="0"/>
          <a:chOff x="0" y="0"/>
          <a:chExt cx="0" cy="0"/>
        </a:xfrm>
      </p:grpSpPr>
      <p:grpSp>
        <p:nvGrpSpPr>
          <p:cNvPr id="747" name="Google Shape;747;p32">
            <a:extLst>
              <a:ext uri="{FF2B5EF4-FFF2-40B4-BE49-F238E27FC236}">
                <a16:creationId xmlns:a16="http://schemas.microsoft.com/office/drawing/2014/main" id="{45BA546A-5B1A-357F-6906-1FFC86EE2C68}"/>
              </a:ext>
            </a:extLst>
          </p:cNvPr>
          <p:cNvGrpSpPr/>
          <p:nvPr/>
        </p:nvGrpSpPr>
        <p:grpSpPr>
          <a:xfrm flipH="1">
            <a:off x="8121500" y="4569046"/>
            <a:ext cx="1022509" cy="572747"/>
            <a:chOff x="-77" y="3784091"/>
            <a:chExt cx="2423582" cy="1357541"/>
          </a:xfrm>
        </p:grpSpPr>
        <p:sp>
          <p:nvSpPr>
            <p:cNvPr id="748" name="Google Shape;748;p32">
              <a:extLst>
                <a:ext uri="{FF2B5EF4-FFF2-40B4-BE49-F238E27FC236}">
                  <a16:creationId xmlns:a16="http://schemas.microsoft.com/office/drawing/2014/main" id="{3D6EB92B-F0BA-9DFC-1AAB-14500691EE5D}"/>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2">
              <a:extLst>
                <a:ext uri="{FF2B5EF4-FFF2-40B4-BE49-F238E27FC236}">
                  <a16:creationId xmlns:a16="http://schemas.microsoft.com/office/drawing/2014/main" id="{67A6AB4D-5FC3-7E7A-D95E-DC33E940B5A6}"/>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2">
              <a:extLst>
                <a:ext uri="{FF2B5EF4-FFF2-40B4-BE49-F238E27FC236}">
                  <a16:creationId xmlns:a16="http://schemas.microsoft.com/office/drawing/2014/main" id="{60B4AF16-CC3B-A15F-42A0-73B8FE4F69ED}"/>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2">
              <a:extLst>
                <a:ext uri="{FF2B5EF4-FFF2-40B4-BE49-F238E27FC236}">
                  <a16:creationId xmlns:a16="http://schemas.microsoft.com/office/drawing/2014/main" id="{5A119DA8-4D60-303A-0CAA-16F15529D473}"/>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2">
              <a:extLst>
                <a:ext uri="{FF2B5EF4-FFF2-40B4-BE49-F238E27FC236}">
                  <a16:creationId xmlns:a16="http://schemas.microsoft.com/office/drawing/2014/main" id="{5979EAF8-29D4-9ACF-C819-7C8C5847E0C7}"/>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753;p32">
            <a:extLst>
              <a:ext uri="{FF2B5EF4-FFF2-40B4-BE49-F238E27FC236}">
                <a16:creationId xmlns:a16="http://schemas.microsoft.com/office/drawing/2014/main" id="{0014C267-2637-5216-A0B5-ECB4EC8D33A5}"/>
              </a:ext>
            </a:extLst>
          </p:cNvPr>
          <p:cNvGrpSpPr/>
          <p:nvPr/>
        </p:nvGrpSpPr>
        <p:grpSpPr>
          <a:xfrm rot="10800000" flipH="1">
            <a:off x="0" y="-4"/>
            <a:ext cx="1022509" cy="572747"/>
            <a:chOff x="-77" y="3784091"/>
            <a:chExt cx="2423582" cy="1357541"/>
          </a:xfrm>
        </p:grpSpPr>
        <p:sp>
          <p:nvSpPr>
            <p:cNvPr id="754" name="Google Shape;754;p32">
              <a:extLst>
                <a:ext uri="{FF2B5EF4-FFF2-40B4-BE49-F238E27FC236}">
                  <a16:creationId xmlns:a16="http://schemas.microsoft.com/office/drawing/2014/main" id="{AABD459F-B824-A795-C9F0-498ED410EA83}"/>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a:extLst>
                <a:ext uri="{FF2B5EF4-FFF2-40B4-BE49-F238E27FC236}">
                  <a16:creationId xmlns:a16="http://schemas.microsoft.com/office/drawing/2014/main" id="{AAD141EC-3543-C792-36EC-A266758532BF}"/>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2">
              <a:extLst>
                <a:ext uri="{FF2B5EF4-FFF2-40B4-BE49-F238E27FC236}">
                  <a16:creationId xmlns:a16="http://schemas.microsoft.com/office/drawing/2014/main" id="{F170E599-2516-5A70-5C3A-B574E52ADDDB}"/>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2">
              <a:extLst>
                <a:ext uri="{FF2B5EF4-FFF2-40B4-BE49-F238E27FC236}">
                  <a16:creationId xmlns:a16="http://schemas.microsoft.com/office/drawing/2014/main" id="{6DA67B05-D5B8-6CE7-DAFE-D2B5C387E89D}"/>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2">
              <a:extLst>
                <a:ext uri="{FF2B5EF4-FFF2-40B4-BE49-F238E27FC236}">
                  <a16:creationId xmlns:a16="http://schemas.microsoft.com/office/drawing/2014/main" id="{A9EB98B4-75D5-9A95-4619-D70916EC9FDF}"/>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4265D915-2A55-8883-5A60-BBDBE5F774FC}"/>
              </a:ext>
            </a:extLst>
          </p:cNvPr>
          <p:cNvSpPr txBox="1"/>
          <p:nvPr/>
        </p:nvSpPr>
        <p:spPr>
          <a:xfrm>
            <a:off x="1123990" y="-7123"/>
            <a:ext cx="6221330" cy="461665"/>
          </a:xfrm>
          <a:prstGeom prst="rect">
            <a:avLst/>
          </a:prstGeom>
          <a:noFill/>
        </p:spPr>
        <p:txBody>
          <a:bodyPr wrap="square">
            <a:spAutoFit/>
          </a:bodyPr>
          <a:lstStyle/>
          <a:p>
            <a:r>
              <a:rPr lang="en-US" sz="2400">
                <a:solidFill>
                  <a:schemeClr val="tx1"/>
                </a:solidFill>
                <a:latin typeface="Oswald" panose="00000500000000000000" pitchFamily="2" charset="0"/>
              </a:rPr>
              <a:t>Database: </a:t>
            </a:r>
            <a:r>
              <a:rPr lang="en-US" sz="2400" err="1">
                <a:solidFill>
                  <a:schemeClr val="tx1"/>
                </a:solidFill>
                <a:latin typeface="Oswald" panose="00000500000000000000" pitchFamily="2" charset="0"/>
              </a:rPr>
              <a:t>Jumlah</a:t>
            </a:r>
            <a:r>
              <a:rPr lang="en-US" sz="2400">
                <a:solidFill>
                  <a:schemeClr val="tx1"/>
                </a:solidFill>
                <a:latin typeface="Oswald" panose="00000500000000000000" pitchFamily="2" charset="0"/>
              </a:rPr>
              <a:t> table dan detail </a:t>
            </a:r>
            <a:r>
              <a:rPr lang="en-US" sz="2400" err="1">
                <a:solidFill>
                  <a:schemeClr val="tx1"/>
                </a:solidFill>
                <a:latin typeface="Oswald" panose="00000500000000000000" pitchFamily="2" charset="0"/>
              </a:rPr>
              <a:t>struktur</a:t>
            </a:r>
            <a:r>
              <a:rPr lang="en-US" sz="2400">
                <a:solidFill>
                  <a:schemeClr val="tx1"/>
                </a:solidFill>
                <a:latin typeface="Oswald" panose="00000500000000000000" pitchFamily="2" charset="0"/>
              </a:rPr>
              <a:t> table (ERD)</a:t>
            </a:r>
          </a:p>
        </p:txBody>
      </p:sp>
      <p:pic>
        <p:nvPicPr>
          <p:cNvPr id="6" name="Picture 5">
            <a:extLst>
              <a:ext uri="{FF2B5EF4-FFF2-40B4-BE49-F238E27FC236}">
                <a16:creationId xmlns:a16="http://schemas.microsoft.com/office/drawing/2014/main" id="{91D854BE-5831-142E-08B1-8469A89901D0}"/>
              </a:ext>
            </a:extLst>
          </p:cNvPr>
          <p:cNvPicPr>
            <a:picLocks noChangeAspect="1"/>
          </p:cNvPicPr>
          <p:nvPr/>
        </p:nvPicPr>
        <p:blipFill>
          <a:blip r:embed="rId3"/>
          <a:stretch>
            <a:fillRect/>
          </a:stretch>
        </p:blipFill>
        <p:spPr>
          <a:xfrm>
            <a:off x="956458" y="454542"/>
            <a:ext cx="1767433" cy="4616737"/>
          </a:xfrm>
          <a:prstGeom prst="rect">
            <a:avLst/>
          </a:prstGeom>
        </p:spPr>
      </p:pic>
      <p:sp>
        <p:nvSpPr>
          <p:cNvPr id="8" name="TextBox 7">
            <a:extLst>
              <a:ext uri="{FF2B5EF4-FFF2-40B4-BE49-F238E27FC236}">
                <a16:creationId xmlns:a16="http://schemas.microsoft.com/office/drawing/2014/main" id="{77CBDF30-B7B8-2F08-3EB7-762B7D4CBAFA}"/>
              </a:ext>
            </a:extLst>
          </p:cNvPr>
          <p:cNvSpPr txBox="1"/>
          <p:nvPr/>
        </p:nvSpPr>
        <p:spPr>
          <a:xfrm>
            <a:off x="3052938" y="485238"/>
            <a:ext cx="4572000" cy="4524315"/>
          </a:xfrm>
          <a:prstGeom prst="rect">
            <a:avLst/>
          </a:prstGeom>
          <a:noFill/>
        </p:spPr>
        <p:txBody>
          <a:bodyPr wrap="square">
            <a:spAutoFit/>
          </a:bodyPr>
          <a:lstStyle/>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18.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comment_likes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Mencatat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memberikan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like pada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komentar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19.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product_statistics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statistik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seperti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jumlah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terjual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rata-rata rating,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jumlah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ulasan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jumlah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kunjungan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jumlah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unduhan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20. banners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banner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ditampilkan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pada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halaman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website.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Berisi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judul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gambar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tautan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posisi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urutan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tampil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21.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marketplace_notifications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notifikasi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diterima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terkait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aktivitas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marketplace.</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22.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notification_broadcasts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notifikasi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massal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dikirim</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ke</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seluruh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atau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kelompok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tertentu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23. conversations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percakapan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antara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pembeli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penjual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termasuk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subjek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status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percakapan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223700607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35">
          <a:extLst>
            <a:ext uri="{FF2B5EF4-FFF2-40B4-BE49-F238E27FC236}">
              <a16:creationId xmlns:a16="http://schemas.microsoft.com/office/drawing/2014/main" id="{21CCE9FD-C346-3556-7956-F700BDCE5284}"/>
            </a:ext>
          </a:extLst>
        </p:cNvPr>
        <p:cNvGrpSpPr/>
        <p:nvPr/>
      </p:nvGrpSpPr>
      <p:grpSpPr>
        <a:xfrm>
          <a:off x="0" y="0"/>
          <a:ext cx="0" cy="0"/>
          <a:chOff x="0" y="0"/>
          <a:chExt cx="0" cy="0"/>
        </a:xfrm>
      </p:grpSpPr>
      <p:grpSp>
        <p:nvGrpSpPr>
          <p:cNvPr id="747" name="Google Shape;747;p32">
            <a:extLst>
              <a:ext uri="{FF2B5EF4-FFF2-40B4-BE49-F238E27FC236}">
                <a16:creationId xmlns:a16="http://schemas.microsoft.com/office/drawing/2014/main" id="{5077330C-38C8-4E41-38F3-CD108B424D82}"/>
              </a:ext>
            </a:extLst>
          </p:cNvPr>
          <p:cNvGrpSpPr/>
          <p:nvPr/>
        </p:nvGrpSpPr>
        <p:grpSpPr>
          <a:xfrm flipH="1">
            <a:off x="8121500" y="4569046"/>
            <a:ext cx="1022509" cy="572747"/>
            <a:chOff x="-77" y="3784091"/>
            <a:chExt cx="2423582" cy="1357541"/>
          </a:xfrm>
        </p:grpSpPr>
        <p:sp>
          <p:nvSpPr>
            <p:cNvPr id="748" name="Google Shape;748;p32">
              <a:extLst>
                <a:ext uri="{FF2B5EF4-FFF2-40B4-BE49-F238E27FC236}">
                  <a16:creationId xmlns:a16="http://schemas.microsoft.com/office/drawing/2014/main" id="{E253EC22-7E2C-2760-FACA-4A80A025FC65}"/>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2">
              <a:extLst>
                <a:ext uri="{FF2B5EF4-FFF2-40B4-BE49-F238E27FC236}">
                  <a16:creationId xmlns:a16="http://schemas.microsoft.com/office/drawing/2014/main" id="{0C9DFA41-4BFA-33CD-4755-E9429D13DD11}"/>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2">
              <a:extLst>
                <a:ext uri="{FF2B5EF4-FFF2-40B4-BE49-F238E27FC236}">
                  <a16:creationId xmlns:a16="http://schemas.microsoft.com/office/drawing/2014/main" id="{B549913B-7141-2169-EE8C-47D5B63ACF0A}"/>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2">
              <a:extLst>
                <a:ext uri="{FF2B5EF4-FFF2-40B4-BE49-F238E27FC236}">
                  <a16:creationId xmlns:a16="http://schemas.microsoft.com/office/drawing/2014/main" id="{BD18964A-F9AC-40F5-B650-9A825CFDB412}"/>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2">
              <a:extLst>
                <a:ext uri="{FF2B5EF4-FFF2-40B4-BE49-F238E27FC236}">
                  <a16:creationId xmlns:a16="http://schemas.microsoft.com/office/drawing/2014/main" id="{057F99ED-CE48-46D5-4AD6-3D8DA37D6D86}"/>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753;p32">
            <a:extLst>
              <a:ext uri="{FF2B5EF4-FFF2-40B4-BE49-F238E27FC236}">
                <a16:creationId xmlns:a16="http://schemas.microsoft.com/office/drawing/2014/main" id="{82C6314A-FAAA-C221-FB8B-FCA539BA3E11}"/>
              </a:ext>
            </a:extLst>
          </p:cNvPr>
          <p:cNvGrpSpPr/>
          <p:nvPr/>
        </p:nvGrpSpPr>
        <p:grpSpPr>
          <a:xfrm rot="10800000" flipH="1">
            <a:off x="0" y="-4"/>
            <a:ext cx="1022509" cy="572747"/>
            <a:chOff x="-77" y="3784091"/>
            <a:chExt cx="2423582" cy="1357541"/>
          </a:xfrm>
        </p:grpSpPr>
        <p:sp>
          <p:nvSpPr>
            <p:cNvPr id="754" name="Google Shape;754;p32">
              <a:extLst>
                <a:ext uri="{FF2B5EF4-FFF2-40B4-BE49-F238E27FC236}">
                  <a16:creationId xmlns:a16="http://schemas.microsoft.com/office/drawing/2014/main" id="{422B6D7B-F75B-DD61-DABD-6D4809B169FD}"/>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a:extLst>
                <a:ext uri="{FF2B5EF4-FFF2-40B4-BE49-F238E27FC236}">
                  <a16:creationId xmlns:a16="http://schemas.microsoft.com/office/drawing/2014/main" id="{0EF9E252-ACA6-08C2-56A3-8CED36A24E17}"/>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2">
              <a:extLst>
                <a:ext uri="{FF2B5EF4-FFF2-40B4-BE49-F238E27FC236}">
                  <a16:creationId xmlns:a16="http://schemas.microsoft.com/office/drawing/2014/main" id="{19669BB8-F4D3-F5BB-B4EF-2A9715B8D837}"/>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2">
              <a:extLst>
                <a:ext uri="{FF2B5EF4-FFF2-40B4-BE49-F238E27FC236}">
                  <a16:creationId xmlns:a16="http://schemas.microsoft.com/office/drawing/2014/main" id="{0F1E23E4-FE0C-0414-519E-550E5FA7D2F0}"/>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2">
              <a:extLst>
                <a:ext uri="{FF2B5EF4-FFF2-40B4-BE49-F238E27FC236}">
                  <a16:creationId xmlns:a16="http://schemas.microsoft.com/office/drawing/2014/main" id="{EB90CAD7-4177-6E27-774D-CAE63B00799C}"/>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765BAA39-1854-B744-8BF0-556F4F716922}"/>
              </a:ext>
            </a:extLst>
          </p:cNvPr>
          <p:cNvSpPr txBox="1"/>
          <p:nvPr/>
        </p:nvSpPr>
        <p:spPr>
          <a:xfrm>
            <a:off x="1123990" y="-7123"/>
            <a:ext cx="6221330" cy="461665"/>
          </a:xfrm>
          <a:prstGeom prst="rect">
            <a:avLst/>
          </a:prstGeom>
          <a:noFill/>
        </p:spPr>
        <p:txBody>
          <a:bodyPr wrap="square">
            <a:spAutoFit/>
          </a:bodyPr>
          <a:lstStyle/>
          <a:p>
            <a:r>
              <a:rPr lang="en-US" sz="2400">
                <a:solidFill>
                  <a:schemeClr val="tx1"/>
                </a:solidFill>
                <a:latin typeface="Oswald" panose="00000500000000000000" pitchFamily="2" charset="0"/>
              </a:rPr>
              <a:t>Database: </a:t>
            </a:r>
            <a:r>
              <a:rPr lang="en-US" sz="2400" err="1">
                <a:solidFill>
                  <a:schemeClr val="tx1"/>
                </a:solidFill>
                <a:latin typeface="Oswald" panose="00000500000000000000" pitchFamily="2" charset="0"/>
              </a:rPr>
              <a:t>Jumlah</a:t>
            </a:r>
            <a:r>
              <a:rPr lang="en-US" sz="2400">
                <a:solidFill>
                  <a:schemeClr val="tx1"/>
                </a:solidFill>
                <a:latin typeface="Oswald" panose="00000500000000000000" pitchFamily="2" charset="0"/>
              </a:rPr>
              <a:t> table dan detail </a:t>
            </a:r>
            <a:r>
              <a:rPr lang="en-US" sz="2400" err="1">
                <a:solidFill>
                  <a:schemeClr val="tx1"/>
                </a:solidFill>
                <a:latin typeface="Oswald" panose="00000500000000000000" pitchFamily="2" charset="0"/>
              </a:rPr>
              <a:t>struktur</a:t>
            </a:r>
            <a:r>
              <a:rPr lang="en-US" sz="2400">
                <a:solidFill>
                  <a:schemeClr val="tx1"/>
                </a:solidFill>
                <a:latin typeface="Oswald" panose="00000500000000000000" pitchFamily="2" charset="0"/>
              </a:rPr>
              <a:t> table (ERD)</a:t>
            </a:r>
          </a:p>
        </p:txBody>
      </p:sp>
      <p:pic>
        <p:nvPicPr>
          <p:cNvPr id="6" name="Picture 5">
            <a:extLst>
              <a:ext uri="{FF2B5EF4-FFF2-40B4-BE49-F238E27FC236}">
                <a16:creationId xmlns:a16="http://schemas.microsoft.com/office/drawing/2014/main" id="{61237268-D734-3D64-0418-2F23258C00AA}"/>
              </a:ext>
            </a:extLst>
          </p:cNvPr>
          <p:cNvPicPr>
            <a:picLocks noChangeAspect="1"/>
          </p:cNvPicPr>
          <p:nvPr/>
        </p:nvPicPr>
        <p:blipFill>
          <a:blip r:embed="rId3"/>
          <a:stretch>
            <a:fillRect/>
          </a:stretch>
        </p:blipFill>
        <p:spPr>
          <a:xfrm>
            <a:off x="956458" y="454542"/>
            <a:ext cx="1767433" cy="4616737"/>
          </a:xfrm>
          <a:prstGeom prst="rect">
            <a:avLst/>
          </a:prstGeom>
        </p:spPr>
      </p:pic>
      <p:sp>
        <p:nvSpPr>
          <p:cNvPr id="8" name="TextBox 7">
            <a:extLst>
              <a:ext uri="{FF2B5EF4-FFF2-40B4-BE49-F238E27FC236}">
                <a16:creationId xmlns:a16="http://schemas.microsoft.com/office/drawing/2014/main" id="{517FD68C-2AE1-5555-1AC9-F5566BFC375B}"/>
              </a:ext>
            </a:extLst>
          </p:cNvPr>
          <p:cNvSpPr txBox="1"/>
          <p:nvPr/>
        </p:nvSpPr>
        <p:spPr>
          <a:xfrm>
            <a:off x="3052938" y="485238"/>
            <a:ext cx="4572000" cy="4708981"/>
          </a:xfrm>
          <a:prstGeom prst="rect">
            <a:avLst/>
          </a:prstGeom>
          <a:noFill/>
        </p:spPr>
        <p:txBody>
          <a:bodyPr wrap="square">
            <a:spAutoFit/>
          </a:bodyPr>
          <a:lstStyle/>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24. messages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isi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pesan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dikirim</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dalam</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suatu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percakapan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Mendukung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lampiran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file dan status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baca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pesan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25.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contact_messages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pesan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dikirim</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melalui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halaman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kontak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atau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layanan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bantuan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26. jobs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pekerjaan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atau</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proses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berjalan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dalam</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sistem</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antrean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(queue).</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27. sessions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login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alamat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IP, user agent,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aktivitas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terakhir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28. wallets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dompet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digital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milik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beserta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jenis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mata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uang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digunakan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29.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wallet_balances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saldo</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tersedia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saldo</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sedang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dikunci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pada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setiap</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dompet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71762652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735">
          <a:extLst>
            <a:ext uri="{FF2B5EF4-FFF2-40B4-BE49-F238E27FC236}">
              <a16:creationId xmlns:a16="http://schemas.microsoft.com/office/drawing/2014/main" id="{410371AF-651F-ACDA-FD89-BB32A23A16AE}"/>
            </a:ext>
          </a:extLst>
        </p:cNvPr>
        <p:cNvGrpSpPr/>
        <p:nvPr/>
      </p:nvGrpSpPr>
      <p:grpSpPr>
        <a:xfrm>
          <a:off x="0" y="0"/>
          <a:ext cx="0" cy="0"/>
          <a:chOff x="0" y="0"/>
          <a:chExt cx="0" cy="0"/>
        </a:xfrm>
      </p:grpSpPr>
      <p:grpSp>
        <p:nvGrpSpPr>
          <p:cNvPr id="747" name="Google Shape;747;p32">
            <a:extLst>
              <a:ext uri="{FF2B5EF4-FFF2-40B4-BE49-F238E27FC236}">
                <a16:creationId xmlns:a16="http://schemas.microsoft.com/office/drawing/2014/main" id="{590821DA-AC0F-580C-A4CE-E062ABF7D98D}"/>
              </a:ext>
            </a:extLst>
          </p:cNvPr>
          <p:cNvGrpSpPr/>
          <p:nvPr/>
        </p:nvGrpSpPr>
        <p:grpSpPr>
          <a:xfrm flipH="1">
            <a:off x="8121500" y="4569046"/>
            <a:ext cx="1022509" cy="572747"/>
            <a:chOff x="-77" y="3784091"/>
            <a:chExt cx="2423582" cy="1357541"/>
          </a:xfrm>
        </p:grpSpPr>
        <p:sp>
          <p:nvSpPr>
            <p:cNvPr id="748" name="Google Shape;748;p32">
              <a:extLst>
                <a:ext uri="{FF2B5EF4-FFF2-40B4-BE49-F238E27FC236}">
                  <a16:creationId xmlns:a16="http://schemas.microsoft.com/office/drawing/2014/main" id="{FD1CF901-9057-4BA7-E9F7-230D58A40E94}"/>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2">
              <a:extLst>
                <a:ext uri="{FF2B5EF4-FFF2-40B4-BE49-F238E27FC236}">
                  <a16:creationId xmlns:a16="http://schemas.microsoft.com/office/drawing/2014/main" id="{AD0209DF-0AC6-7080-8EFD-219991BAEF8C}"/>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2">
              <a:extLst>
                <a:ext uri="{FF2B5EF4-FFF2-40B4-BE49-F238E27FC236}">
                  <a16:creationId xmlns:a16="http://schemas.microsoft.com/office/drawing/2014/main" id="{1B69A783-5D46-FD6F-AA09-559035CB66B1}"/>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2">
              <a:extLst>
                <a:ext uri="{FF2B5EF4-FFF2-40B4-BE49-F238E27FC236}">
                  <a16:creationId xmlns:a16="http://schemas.microsoft.com/office/drawing/2014/main" id="{A0A72C22-FF5D-A16A-9A18-0D8F61814117}"/>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2">
              <a:extLst>
                <a:ext uri="{FF2B5EF4-FFF2-40B4-BE49-F238E27FC236}">
                  <a16:creationId xmlns:a16="http://schemas.microsoft.com/office/drawing/2014/main" id="{15C0ADBC-11A0-6707-21B1-385FB6C82A3E}"/>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753;p32">
            <a:extLst>
              <a:ext uri="{FF2B5EF4-FFF2-40B4-BE49-F238E27FC236}">
                <a16:creationId xmlns:a16="http://schemas.microsoft.com/office/drawing/2014/main" id="{21BC9D29-A8B8-E71E-AAE8-A8745C3FF566}"/>
              </a:ext>
            </a:extLst>
          </p:cNvPr>
          <p:cNvGrpSpPr/>
          <p:nvPr/>
        </p:nvGrpSpPr>
        <p:grpSpPr>
          <a:xfrm rot="10800000" flipH="1">
            <a:off x="0" y="-4"/>
            <a:ext cx="1022509" cy="572747"/>
            <a:chOff x="-77" y="3784091"/>
            <a:chExt cx="2423582" cy="1357541"/>
          </a:xfrm>
        </p:grpSpPr>
        <p:sp>
          <p:nvSpPr>
            <p:cNvPr id="754" name="Google Shape;754;p32">
              <a:extLst>
                <a:ext uri="{FF2B5EF4-FFF2-40B4-BE49-F238E27FC236}">
                  <a16:creationId xmlns:a16="http://schemas.microsoft.com/office/drawing/2014/main" id="{F3FB9803-6DE7-8E03-C782-EB99483395D6}"/>
                </a:ext>
              </a:extLst>
            </p:cNvPr>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2">
              <a:extLst>
                <a:ext uri="{FF2B5EF4-FFF2-40B4-BE49-F238E27FC236}">
                  <a16:creationId xmlns:a16="http://schemas.microsoft.com/office/drawing/2014/main" id="{2D977AFB-5FED-043F-B01F-F003C4810686}"/>
                </a:ext>
              </a:extLst>
            </p:cNvPr>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2">
              <a:extLst>
                <a:ext uri="{FF2B5EF4-FFF2-40B4-BE49-F238E27FC236}">
                  <a16:creationId xmlns:a16="http://schemas.microsoft.com/office/drawing/2014/main" id="{4C086B47-5C12-E007-61E1-8449072CDA94}"/>
                </a:ext>
              </a:extLst>
            </p:cNvPr>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2">
              <a:extLst>
                <a:ext uri="{FF2B5EF4-FFF2-40B4-BE49-F238E27FC236}">
                  <a16:creationId xmlns:a16="http://schemas.microsoft.com/office/drawing/2014/main" id="{C18DEFED-D355-234E-AC2F-F6F84D896993}"/>
                </a:ext>
              </a:extLst>
            </p:cNvPr>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2">
              <a:extLst>
                <a:ext uri="{FF2B5EF4-FFF2-40B4-BE49-F238E27FC236}">
                  <a16:creationId xmlns:a16="http://schemas.microsoft.com/office/drawing/2014/main" id="{0FC9E3EB-A7A1-0F0C-8676-38BFFB3CA6F7}"/>
                </a:ext>
              </a:extLst>
            </p:cNvPr>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3310BFDD-A23A-9C07-0381-0A211E4C2D4B}"/>
              </a:ext>
            </a:extLst>
          </p:cNvPr>
          <p:cNvSpPr txBox="1"/>
          <p:nvPr/>
        </p:nvSpPr>
        <p:spPr>
          <a:xfrm>
            <a:off x="1123990" y="-7123"/>
            <a:ext cx="6221330" cy="461665"/>
          </a:xfrm>
          <a:prstGeom prst="rect">
            <a:avLst/>
          </a:prstGeom>
          <a:noFill/>
        </p:spPr>
        <p:txBody>
          <a:bodyPr wrap="square">
            <a:spAutoFit/>
          </a:bodyPr>
          <a:lstStyle/>
          <a:p>
            <a:r>
              <a:rPr lang="en-US" sz="2400">
                <a:solidFill>
                  <a:schemeClr val="tx1"/>
                </a:solidFill>
                <a:latin typeface="Oswald" panose="00000500000000000000" pitchFamily="2" charset="0"/>
              </a:rPr>
              <a:t>Database: </a:t>
            </a:r>
            <a:r>
              <a:rPr lang="en-US" sz="2400" err="1">
                <a:solidFill>
                  <a:schemeClr val="tx1"/>
                </a:solidFill>
                <a:latin typeface="Oswald" panose="00000500000000000000" pitchFamily="2" charset="0"/>
              </a:rPr>
              <a:t>Jumlah</a:t>
            </a:r>
            <a:r>
              <a:rPr lang="en-US" sz="2400">
                <a:solidFill>
                  <a:schemeClr val="tx1"/>
                </a:solidFill>
                <a:latin typeface="Oswald" panose="00000500000000000000" pitchFamily="2" charset="0"/>
              </a:rPr>
              <a:t> table dan detail </a:t>
            </a:r>
            <a:r>
              <a:rPr lang="en-US" sz="2400" err="1">
                <a:solidFill>
                  <a:schemeClr val="tx1"/>
                </a:solidFill>
                <a:latin typeface="Oswald" panose="00000500000000000000" pitchFamily="2" charset="0"/>
              </a:rPr>
              <a:t>struktur</a:t>
            </a:r>
            <a:r>
              <a:rPr lang="en-US" sz="2400">
                <a:solidFill>
                  <a:schemeClr val="tx1"/>
                </a:solidFill>
                <a:latin typeface="Oswald" panose="00000500000000000000" pitchFamily="2" charset="0"/>
              </a:rPr>
              <a:t> table (ERD)</a:t>
            </a:r>
          </a:p>
        </p:txBody>
      </p:sp>
      <p:pic>
        <p:nvPicPr>
          <p:cNvPr id="6" name="Picture 5">
            <a:extLst>
              <a:ext uri="{FF2B5EF4-FFF2-40B4-BE49-F238E27FC236}">
                <a16:creationId xmlns:a16="http://schemas.microsoft.com/office/drawing/2014/main" id="{E4FA27B3-5B8A-57D4-3C7E-D26F84998B67}"/>
              </a:ext>
            </a:extLst>
          </p:cNvPr>
          <p:cNvPicPr>
            <a:picLocks noChangeAspect="1"/>
          </p:cNvPicPr>
          <p:nvPr/>
        </p:nvPicPr>
        <p:blipFill>
          <a:blip r:embed="rId3"/>
          <a:stretch>
            <a:fillRect/>
          </a:stretch>
        </p:blipFill>
        <p:spPr>
          <a:xfrm>
            <a:off x="956458" y="454542"/>
            <a:ext cx="1767433" cy="4616737"/>
          </a:xfrm>
          <a:prstGeom prst="rect">
            <a:avLst/>
          </a:prstGeom>
        </p:spPr>
      </p:pic>
      <p:sp>
        <p:nvSpPr>
          <p:cNvPr id="8" name="TextBox 7">
            <a:extLst>
              <a:ext uri="{FF2B5EF4-FFF2-40B4-BE49-F238E27FC236}">
                <a16:creationId xmlns:a16="http://schemas.microsoft.com/office/drawing/2014/main" id="{D7FC3D19-40FF-A013-7B3F-3A19E6F1DA1C}"/>
              </a:ext>
            </a:extLst>
          </p:cNvPr>
          <p:cNvSpPr txBox="1"/>
          <p:nvPr/>
        </p:nvSpPr>
        <p:spPr>
          <a:xfrm>
            <a:off x="3037697" y="331832"/>
            <a:ext cx="4572000" cy="4893647"/>
          </a:xfrm>
          <a:prstGeom prst="rect">
            <a:avLst/>
          </a:prstGeom>
          <a:noFill/>
        </p:spPr>
        <p:txBody>
          <a:bodyPr wrap="square">
            <a:spAutoFit/>
          </a:bodyPr>
          <a:lstStyle/>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30.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wallet_transactions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riwayat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transaksi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saldo</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seperti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pemasukan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pengeluaran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transfer,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referensi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transaksi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terkait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31. migrations</a:t>
            </a:r>
            <a:b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b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Menyimpan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riwayat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migration Laravel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pernah</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dijalankan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sehingga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struktur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database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dapat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dikelola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dengan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baik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Hubungan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utama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antar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tabel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1. users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menjadi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tabel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pusat</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yang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terhubung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dengan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buyers, sellers,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user_profiles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user_addresses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wallets, reviews, carts,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marketplace_notifications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contact_messages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sessions,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beberapa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tabel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lainnya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2. products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terhubung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dengan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categories, carts,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order_items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reviews,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product_comments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product_statistics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3. orders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terhubung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dengan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order_items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order_financials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buyers, sellers,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serta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reviews.</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4. conversations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terhubung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dengan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messages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untuk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mendukung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fitur</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chat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antara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pembeli</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penjual</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a:p>
            <a:endPar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5. wallets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terhubung</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dengan</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wallet_balances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dan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wallet_transactions</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untuk</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mengelola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sistem</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saldo</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 </a:t>
            </a:r>
            <a:r>
              <a:rPr lang="en-US" sz="1200" dirty="0" err="1">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pengguna</a:t>
            </a:r>
            <a:r>
              <a:rPr lang="en-US" sz="1200" dirty="0">
                <a:solidFill>
                  <a:schemeClr val="tx1">
                    <a:lumMod val="90000"/>
                  </a:schemeClr>
                </a:solidFill>
                <a:latin typeface="Roboto" panose="02000000000000000000" pitchFamily="2" charset="0"/>
                <a:ea typeface="Roboto" panose="02000000000000000000" pitchFamily="2" charset="0"/>
                <a:cs typeface="Roboto" panose="02000000000000000000" pitchFamily="2" charset="0"/>
              </a:rPr>
              <a:t>.</a:t>
            </a:r>
          </a:p>
        </p:txBody>
      </p:sp>
    </p:spTree>
    <p:extLst>
      <p:ext uri="{BB962C8B-B14F-4D97-AF65-F5344CB8AC3E}">
        <p14:creationId xmlns:p14="http://schemas.microsoft.com/office/powerpoint/2010/main" val="31373333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1599"/>
        <p:cNvGrpSpPr/>
        <p:nvPr/>
      </p:nvGrpSpPr>
      <p:grpSpPr>
        <a:xfrm>
          <a:off x="0" y="0"/>
          <a:ext cx="0" cy="0"/>
          <a:chOff x="0" y="0"/>
          <a:chExt cx="0" cy="0"/>
        </a:xfrm>
      </p:grpSpPr>
      <p:sp>
        <p:nvSpPr>
          <p:cNvPr id="1600" name="Google Shape;1600;p63"/>
          <p:cNvSpPr txBox="1">
            <a:spLocks noGrp="1"/>
          </p:cNvSpPr>
          <p:nvPr>
            <p:ph type="ctrTitle"/>
          </p:nvPr>
        </p:nvSpPr>
        <p:spPr>
          <a:xfrm>
            <a:off x="2352570" y="2027982"/>
            <a:ext cx="5587470" cy="10875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a:solidFill>
                  <a:schemeClr val="accent6"/>
                </a:solidFill>
              </a:rPr>
              <a:t>DEMO PROGRAM</a:t>
            </a:r>
            <a:endParaRPr sz="5400" dirty="0"/>
          </a:p>
        </p:txBody>
      </p:sp>
      <p:sp>
        <p:nvSpPr>
          <p:cNvPr id="1614" name="Google Shape;1614;p63"/>
          <p:cNvSpPr/>
          <p:nvPr/>
        </p:nvSpPr>
        <p:spPr>
          <a:xfrm>
            <a:off x="11865675" y="1028350"/>
            <a:ext cx="40050" cy="12525"/>
          </a:xfrm>
          <a:custGeom>
            <a:avLst/>
            <a:gdLst/>
            <a:ahLst/>
            <a:cxnLst/>
            <a:rect l="l" t="t" r="r" b="b"/>
            <a:pathLst>
              <a:path w="1602" h="501" extrusionOk="0">
                <a:moveTo>
                  <a:pt x="234" y="0"/>
                </a:moveTo>
                <a:cubicBezTo>
                  <a:pt x="100" y="0"/>
                  <a:pt x="0" y="134"/>
                  <a:pt x="0" y="267"/>
                </a:cubicBezTo>
                <a:cubicBezTo>
                  <a:pt x="0" y="401"/>
                  <a:pt x="100" y="501"/>
                  <a:pt x="234" y="501"/>
                </a:cubicBezTo>
                <a:lnTo>
                  <a:pt x="1368" y="501"/>
                </a:lnTo>
                <a:cubicBezTo>
                  <a:pt x="1501" y="501"/>
                  <a:pt x="1601" y="401"/>
                  <a:pt x="1601" y="267"/>
                </a:cubicBezTo>
                <a:cubicBezTo>
                  <a:pt x="1601" y="134"/>
                  <a:pt x="1501" y="0"/>
                  <a:pt x="1368"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1599">
          <a:extLst>
            <a:ext uri="{FF2B5EF4-FFF2-40B4-BE49-F238E27FC236}">
              <a16:creationId xmlns:a16="http://schemas.microsoft.com/office/drawing/2014/main" id="{5D5FBB4E-9E3C-FA6F-D69E-D06DB02E3734}"/>
            </a:ext>
          </a:extLst>
        </p:cNvPr>
        <p:cNvGrpSpPr/>
        <p:nvPr/>
      </p:nvGrpSpPr>
      <p:grpSpPr>
        <a:xfrm>
          <a:off x="0" y="0"/>
          <a:ext cx="0" cy="0"/>
          <a:chOff x="0" y="0"/>
          <a:chExt cx="0" cy="0"/>
        </a:xfrm>
      </p:grpSpPr>
      <p:sp>
        <p:nvSpPr>
          <p:cNvPr id="1600" name="Google Shape;1600;p63">
            <a:extLst>
              <a:ext uri="{FF2B5EF4-FFF2-40B4-BE49-F238E27FC236}">
                <a16:creationId xmlns:a16="http://schemas.microsoft.com/office/drawing/2014/main" id="{5C90ED1F-21FD-58FE-4A8A-187BF37144E9}"/>
              </a:ext>
            </a:extLst>
          </p:cNvPr>
          <p:cNvSpPr txBox="1">
            <a:spLocks noGrp="1"/>
          </p:cNvSpPr>
          <p:nvPr>
            <p:ph type="ctrTitle"/>
          </p:nvPr>
        </p:nvSpPr>
        <p:spPr>
          <a:xfrm>
            <a:off x="2108730" y="1784142"/>
            <a:ext cx="5595090" cy="140757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chemeClr val="accent1"/>
                </a:solidFill>
              </a:rPr>
              <a:t>T</a:t>
            </a:r>
            <a:r>
              <a:rPr lang="en" dirty="0">
                <a:solidFill>
                  <a:schemeClr val="accent2"/>
                </a:solidFill>
              </a:rPr>
              <a:t>H</a:t>
            </a:r>
            <a:r>
              <a:rPr lang="en" dirty="0">
                <a:solidFill>
                  <a:schemeClr val="accent3"/>
                </a:solidFill>
              </a:rPr>
              <a:t>A</a:t>
            </a:r>
            <a:r>
              <a:rPr lang="en" dirty="0">
                <a:solidFill>
                  <a:schemeClr val="accent4"/>
                </a:solidFill>
              </a:rPr>
              <a:t>N</a:t>
            </a:r>
            <a:r>
              <a:rPr lang="en" dirty="0">
                <a:solidFill>
                  <a:schemeClr val="accent5"/>
                </a:solidFill>
              </a:rPr>
              <a:t>K</a:t>
            </a:r>
            <a:r>
              <a:rPr lang="en" dirty="0">
                <a:solidFill>
                  <a:schemeClr val="accent6"/>
                </a:solidFill>
              </a:rPr>
              <a:t>S</a:t>
            </a:r>
            <a:endParaRPr dirty="0"/>
          </a:p>
        </p:txBody>
      </p:sp>
      <p:sp>
        <p:nvSpPr>
          <p:cNvPr id="1614" name="Google Shape;1614;p63">
            <a:extLst>
              <a:ext uri="{FF2B5EF4-FFF2-40B4-BE49-F238E27FC236}">
                <a16:creationId xmlns:a16="http://schemas.microsoft.com/office/drawing/2014/main" id="{E675DE33-5386-89B4-BCD4-932516E1423B}"/>
              </a:ext>
            </a:extLst>
          </p:cNvPr>
          <p:cNvSpPr/>
          <p:nvPr/>
        </p:nvSpPr>
        <p:spPr>
          <a:xfrm>
            <a:off x="11865675" y="1028350"/>
            <a:ext cx="40050" cy="12525"/>
          </a:xfrm>
          <a:custGeom>
            <a:avLst/>
            <a:gdLst/>
            <a:ahLst/>
            <a:cxnLst/>
            <a:rect l="l" t="t" r="r" b="b"/>
            <a:pathLst>
              <a:path w="1602" h="501" extrusionOk="0">
                <a:moveTo>
                  <a:pt x="234" y="0"/>
                </a:moveTo>
                <a:cubicBezTo>
                  <a:pt x="100" y="0"/>
                  <a:pt x="0" y="134"/>
                  <a:pt x="0" y="267"/>
                </a:cubicBezTo>
                <a:cubicBezTo>
                  <a:pt x="0" y="401"/>
                  <a:pt x="100" y="501"/>
                  <a:pt x="234" y="501"/>
                </a:cubicBezTo>
                <a:lnTo>
                  <a:pt x="1368" y="501"/>
                </a:lnTo>
                <a:cubicBezTo>
                  <a:pt x="1501" y="501"/>
                  <a:pt x="1601" y="401"/>
                  <a:pt x="1601" y="267"/>
                </a:cubicBezTo>
                <a:cubicBezTo>
                  <a:pt x="1601" y="134"/>
                  <a:pt x="1501" y="0"/>
                  <a:pt x="1368"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395534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Software Development Bussines Plan by Slidesgo">
  <a:themeElements>
    <a:clrScheme name="Simple Light">
      <a:dk1>
        <a:srgbClr val="CEF3F5"/>
      </a:dk1>
      <a:lt1>
        <a:srgbClr val="FFFFFF"/>
      </a:lt1>
      <a:dk2>
        <a:srgbClr val="0A1D42"/>
      </a:dk2>
      <a:lt2>
        <a:srgbClr val="29272C"/>
      </a:lt2>
      <a:accent1>
        <a:srgbClr val="C8AEF8"/>
      </a:accent1>
      <a:accent2>
        <a:srgbClr val="878FFF"/>
      </a:accent2>
      <a:accent3>
        <a:srgbClr val="9154F8"/>
      </a:accent3>
      <a:accent4>
        <a:srgbClr val="35C2DF"/>
      </a:accent4>
      <a:accent5>
        <a:srgbClr val="CA7BEB"/>
      </a:accent5>
      <a:accent6>
        <a:srgbClr val="972CB4"/>
      </a:accent6>
      <a:hlink>
        <a:srgbClr val="CEF3F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TotalTime>
  <Words>1746</Words>
  <Application>Microsoft Office PowerPoint</Application>
  <PresentationFormat>On-screen Show (16:9)</PresentationFormat>
  <Paragraphs>149</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Cambria</vt:lpstr>
      <vt:lpstr>Roboto</vt:lpstr>
      <vt:lpstr>Livvic</vt:lpstr>
      <vt:lpstr>Raleway</vt:lpstr>
      <vt:lpstr>Roboto Condensed Light</vt:lpstr>
      <vt:lpstr>Oswald</vt:lpstr>
      <vt:lpstr>Software Development Bussines Plan by Slidesgo</vt:lpstr>
      <vt:lpstr>ANALISIS PEMBUATAN WEBSITE LAPAK GAMING</vt:lpstr>
      <vt:lpstr>Anggota Kelompok</vt:lpstr>
      <vt:lpstr>Latar Belakang </vt:lpstr>
      <vt:lpstr>Tujuan dan Manfaat Pembuatan Web </vt:lpstr>
      <vt:lpstr>Tujuan dan Manfaat Pembuatan Web </vt:lpstr>
      <vt:lpstr>Sustainable Development Goals</vt:lpstr>
      <vt:lpstr>Fitur pada Web</vt:lpstr>
      <vt:lpstr>Flow Website</vt:lpstr>
      <vt:lpstr>PowerPoint Presentation</vt:lpstr>
      <vt:lpstr>PowerPoint Presentation</vt:lpstr>
      <vt:lpstr>PowerPoint Presentation</vt:lpstr>
      <vt:lpstr>PowerPoint Presentation</vt:lpstr>
      <vt:lpstr>PowerPoint Presentation</vt:lpstr>
      <vt:lpstr>PowerPoint Presentation</vt:lpstr>
      <vt:lpstr>DEMO PROGRAM</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Muhammad Ihsan Anwar</dc:creator>
  <cp:lastModifiedBy>Muhammad Ihsan Anwar</cp:lastModifiedBy>
  <cp:revision>2</cp:revision>
  <dcterms:modified xsi:type="dcterms:W3CDTF">2026-06-10T01:58:33Z</dcterms:modified>
</cp:coreProperties>
</file>